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5" r:id="rId3"/>
    <p:sldMasterId id="2147483659" r:id="rId4"/>
  </p:sldMasterIdLst>
  <p:notesMasterIdLst>
    <p:notesMasterId r:id="rId34"/>
  </p:notesMasterIdLst>
  <p:sldIdLst>
    <p:sldId id="260" r:id="rId5"/>
    <p:sldId id="261" r:id="rId6"/>
    <p:sldId id="282" r:id="rId7"/>
    <p:sldId id="283" r:id="rId8"/>
    <p:sldId id="284" r:id="rId9"/>
    <p:sldId id="310" r:id="rId10"/>
    <p:sldId id="285" r:id="rId11"/>
    <p:sldId id="286" r:id="rId12"/>
    <p:sldId id="288" r:id="rId13"/>
    <p:sldId id="289" r:id="rId14"/>
    <p:sldId id="290" r:id="rId15"/>
    <p:sldId id="291" r:id="rId16"/>
    <p:sldId id="292" r:id="rId17"/>
    <p:sldId id="259" r:id="rId18"/>
    <p:sldId id="294" r:id="rId19"/>
    <p:sldId id="295" r:id="rId20"/>
    <p:sldId id="296" r:id="rId21"/>
    <p:sldId id="297" r:id="rId22"/>
    <p:sldId id="298" r:id="rId23"/>
    <p:sldId id="300" r:id="rId24"/>
    <p:sldId id="301" r:id="rId25"/>
    <p:sldId id="302" r:id="rId26"/>
    <p:sldId id="303" r:id="rId27"/>
    <p:sldId id="304" r:id="rId28"/>
    <p:sldId id="305" r:id="rId29"/>
    <p:sldId id="306" r:id="rId30"/>
    <p:sldId id="307" r:id="rId31"/>
    <p:sldId id="308" r:id="rId32"/>
    <p:sldId id="30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5693"/>
    <a:srgbClr val="402D77"/>
    <a:srgbClr val="F2F0F3"/>
    <a:srgbClr val="C6CF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8DE64-B7D7-4536-8221-31150EAE752F}" v="3" dt="2025-04-29T16:00:21.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Bonilla" userId="caca34495cc4d6c1" providerId="LiveId" clId="{63C8E8B8-6BE6-40D8-85BC-804990D33116}"/>
    <pc:docChg chg="undo custSel addSld delSld modSld">
      <pc:chgData name="Guillermo Bonilla" userId="caca34495cc4d6c1" providerId="LiveId" clId="{63C8E8B8-6BE6-40D8-85BC-804990D33116}" dt="2025-04-22T21:03:46.534" v="2401" actId="20577"/>
      <pc:docMkLst>
        <pc:docMk/>
      </pc:docMkLst>
      <pc:sldChg chg="modSp mod">
        <pc:chgData name="Guillermo Bonilla" userId="caca34495cc4d6c1" providerId="LiveId" clId="{63C8E8B8-6BE6-40D8-85BC-804990D33116}" dt="2025-04-22T21:01:59.749" v="2343" actId="20577"/>
        <pc:sldMkLst>
          <pc:docMk/>
          <pc:sldMk cId="1004898948" sldId="259"/>
        </pc:sldMkLst>
        <pc:spChg chg="mod">
          <ac:chgData name="Guillermo Bonilla" userId="caca34495cc4d6c1" providerId="LiveId" clId="{63C8E8B8-6BE6-40D8-85BC-804990D33116}" dt="2025-04-22T21:01:59.749" v="2343" actId="20577"/>
          <ac:spMkLst>
            <pc:docMk/>
            <pc:sldMk cId="1004898948" sldId="259"/>
            <ac:spMk id="7" creationId="{AEA1F7DE-6F80-8F02-4957-0A63E8B9770E}"/>
          </ac:spMkLst>
        </pc:spChg>
      </pc:sldChg>
      <pc:sldChg chg="modSp mod">
        <pc:chgData name="Guillermo Bonilla" userId="caca34495cc4d6c1" providerId="LiveId" clId="{63C8E8B8-6BE6-40D8-85BC-804990D33116}" dt="2025-04-19T17:44:44.965" v="8" actId="20577"/>
        <pc:sldMkLst>
          <pc:docMk/>
          <pc:sldMk cId="1977666761" sldId="261"/>
        </pc:sldMkLst>
        <pc:spChg chg="mod">
          <ac:chgData name="Guillermo Bonilla" userId="caca34495cc4d6c1" providerId="LiveId" clId="{63C8E8B8-6BE6-40D8-85BC-804990D33116}" dt="2025-04-19T17:44:44.965" v="8" actId="20577"/>
          <ac:spMkLst>
            <pc:docMk/>
            <pc:sldMk cId="1977666761" sldId="261"/>
            <ac:spMk id="4" creationId="{B81FB0DF-8BAE-80CE-6335-4210F192AFC1}"/>
          </ac:spMkLst>
        </pc:spChg>
      </pc:sldChg>
      <pc:sldChg chg="modSp mod">
        <pc:chgData name="Guillermo Bonilla" userId="caca34495cc4d6c1" providerId="LiveId" clId="{63C8E8B8-6BE6-40D8-85BC-804990D33116}" dt="2025-04-22T20:24:03.974" v="1770" actId="5793"/>
        <pc:sldMkLst>
          <pc:docMk/>
          <pc:sldMk cId="1022825860" sldId="282"/>
        </pc:sldMkLst>
        <pc:spChg chg="mod">
          <ac:chgData name="Guillermo Bonilla" userId="caca34495cc4d6c1" providerId="LiveId" clId="{63C8E8B8-6BE6-40D8-85BC-804990D33116}" dt="2025-04-22T20:24:03.974" v="1770" actId="5793"/>
          <ac:spMkLst>
            <pc:docMk/>
            <pc:sldMk cId="1022825860" sldId="282"/>
            <ac:spMk id="8" creationId="{4D231539-7565-FAB9-2C75-BAE2DF96EBC3}"/>
          </ac:spMkLst>
        </pc:spChg>
        <pc:spChg chg="mod">
          <ac:chgData name="Guillermo Bonilla" userId="caca34495cc4d6c1" providerId="LiveId" clId="{63C8E8B8-6BE6-40D8-85BC-804990D33116}" dt="2025-04-22T20:16:20.951" v="1324" actId="20577"/>
          <ac:spMkLst>
            <pc:docMk/>
            <pc:sldMk cId="1022825860" sldId="282"/>
            <ac:spMk id="9" creationId="{95E1D8FA-7649-1873-A92B-331234B575A3}"/>
          </ac:spMkLst>
        </pc:spChg>
      </pc:sldChg>
      <pc:sldChg chg="addSp modSp mod">
        <pc:chgData name="Guillermo Bonilla" userId="caca34495cc4d6c1" providerId="LiveId" clId="{63C8E8B8-6BE6-40D8-85BC-804990D33116}" dt="2025-04-22T20:25:47.135" v="1834" actId="1076"/>
        <pc:sldMkLst>
          <pc:docMk/>
          <pc:sldMk cId="134439682" sldId="283"/>
        </pc:sldMkLst>
        <pc:spChg chg="mod">
          <ac:chgData name="Guillermo Bonilla" userId="caca34495cc4d6c1" providerId="LiveId" clId="{63C8E8B8-6BE6-40D8-85BC-804990D33116}" dt="2025-04-22T20:24:26.445" v="1823" actId="27636"/>
          <ac:spMkLst>
            <pc:docMk/>
            <pc:sldMk cId="134439682" sldId="283"/>
            <ac:spMk id="2" creationId="{D0A50B98-2331-AFED-DEF3-8DF5912DE941}"/>
          </ac:spMkLst>
        </pc:spChg>
        <pc:spChg chg="mod">
          <ac:chgData name="Guillermo Bonilla" userId="caca34495cc4d6c1" providerId="LiveId" clId="{63C8E8B8-6BE6-40D8-85BC-804990D33116}" dt="2025-04-22T20:25:33.435" v="1830" actId="1076"/>
          <ac:spMkLst>
            <pc:docMk/>
            <pc:sldMk cId="134439682" sldId="283"/>
            <ac:spMk id="8" creationId="{8E4240FC-0372-57BB-9FCF-4A4F1BAAB2E5}"/>
          </ac:spMkLst>
        </pc:spChg>
        <pc:picChg chg="add mod">
          <ac:chgData name="Guillermo Bonilla" userId="caca34495cc4d6c1" providerId="LiveId" clId="{63C8E8B8-6BE6-40D8-85BC-804990D33116}" dt="2025-04-22T20:25:47.135" v="1834" actId="1076"/>
          <ac:picMkLst>
            <pc:docMk/>
            <pc:sldMk cId="134439682" sldId="283"/>
            <ac:picMk id="3" creationId="{56371F18-043F-41D3-9590-BD91B72B7041}"/>
          </ac:picMkLst>
        </pc:picChg>
        <pc:picChg chg="add mod">
          <ac:chgData name="Guillermo Bonilla" userId="caca34495cc4d6c1" providerId="LiveId" clId="{63C8E8B8-6BE6-40D8-85BC-804990D33116}" dt="2025-04-22T20:25:47.135" v="1834" actId="1076"/>
          <ac:picMkLst>
            <pc:docMk/>
            <pc:sldMk cId="134439682" sldId="283"/>
            <ac:picMk id="4" creationId="{24261AA3-471C-A625-FE52-66063DE907F6}"/>
          </ac:picMkLst>
        </pc:picChg>
      </pc:sldChg>
      <pc:sldChg chg="addSp modSp mod">
        <pc:chgData name="Guillermo Bonilla" userId="caca34495cc4d6c1" providerId="LiveId" clId="{63C8E8B8-6BE6-40D8-85BC-804990D33116}" dt="2025-04-22T20:28:38.387" v="1856" actId="207"/>
        <pc:sldMkLst>
          <pc:docMk/>
          <pc:sldMk cId="2141041419" sldId="284"/>
        </pc:sldMkLst>
        <pc:spChg chg="mod">
          <ac:chgData name="Guillermo Bonilla" userId="caca34495cc4d6c1" providerId="LiveId" clId="{63C8E8B8-6BE6-40D8-85BC-804990D33116}" dt="2025-04-22T20:26:26.701" v="1838" actId="207"/>
          <ac:spMkLst>
            <pc:docMk/>
            <pc:sldMk cId="2141041419" sldId="284"/>
            <ac:spMk id="2" creationId="{A75AEBB4-1E31-E6B8-BD47-5BE2D9E3ACC2}"/>
          </ac:spMkLst>
        </pc:spChg>
        <pc:spChg chg="add mod">
          <ac:chgData name="Guillermo Bonilla" userId="caca34495cc4d6c1" providerId="LiveId" clId="{63C8E8B8-6BE6-40D8-85BC-804990D33116}" dt="2025-04-22T20:27:24.227" v="1846" actId="1076"/>
          <ac:spMkLst>
            <pc:docMk/>
            <pc:sldMk cId="2141041419" sldId="284"/>
            <ac:spMk id="3" creationId="{0AC2D6F6-06C0-8C89-29A9-149388BEA5E5}"/>
          </ac:spMkLst>
        </pc:spChg>
        <pc:spChg chg="add mod">
          <ac:chgData name="Guillermo Bonilla" userId="caca34495cc4d6c1" providerId="LiveId" clId="{63C8E8B8-6BE6-40D8-85BC-804990D33116}" dt="2025-04-22T20:28:38.387" v="1856" actId="207"/>
          <ac:spMkLst>
            <pc:docMk/>
            <pc:sldMk cId="2141041419" sldId="284"/>
            <ac:spMk id="5" creationId="{DACFAE8B-0A29-D78F-1F99-B1202B71BC21}"/>
          </ac:spMkLst>
        </pc:spChg>
        <pc:spChg chg="mod">
          <ac:chgData name="Guillermo Bonilla" userId="caca34495cc4d6c1" providerId="LiveId" clId="{63C8E8B8-6BE6-40D8-85BC-804990D33116}" dt="2025-04-22T20:26:57.067" v="1841"/>
          <ac:spMkLst>
            <pc:docMk/>
            <pc:sldMk cId="2141041419" sldId="284"/>
            <ac:spMk id="8" creationId="{EFE50A24-AEED-F875-CA84-E69C64F1D7CF}"/>
          </ac:spMkLst>
        </pc:spChg>
        <pc:picChg chg="add mod">
          <ac:chgData name="Guillermo Bonilla" userId="caca34495cc4d6c1" providerId="LiveId" clId="{63C8E8B8-6BE6-40D8-85BC-804990D33116}" dt="2025-04-22T20:27:57.939" v="1854" actId="1076"/>
          <ac:picMkLst>
            <pc:docMk/>
            <pc:sldMk cId="2141041419" sldId="284"/>
            <ac:picMk id="4" creationId="{1A831E42-075F-01B9-CDB5-42B3CCD16448}"/>
          </ac:picMkLst>
        </pc:picChg>
      </pc:sldChg>
      <pc:sldChg chg="modSp mod">
        <pc:chgData name="Guillermo Bonilla" userId="caca34495cc4d6c1" providerId="LiveId" clId="{63C8E8B8-6BE6-40D8-85BC-804990D33116}" dt="2025-04-22T20:34:40.145" v="2047" actId="20577"/>
        <pc:sldMkLst>
          <pc:docMk/>
          <pc:sldMk cId="3851265244" sldId="285"/>
        </pc:sldMkLst>
        <pc:spChg chg="mod">
          <ac:chgData name="Guillermo Bonilla" userId="caca34495cc4d6c1" providerId="LiveId" clId="{63C8E8B8-6BE6-40D8-85BC-804990D33116}" dt="2025-04-22T20:34:40.145" v="2047" actId="20577"/>
          <ac:spMkLst>
            <pc:docMk/>
            <pc:sldMk cId="3851265244" sldId="285"/>
            <ac:spMk id="7" creationId="{15982EC1-F586-440D-064C-0068F6636109}"/>
          </ac:spMkLst>
        </pc:spChg>
      </pc:sldChg>
      <pc:sldChg chg="modSp mod">
        <pc:chgData name="Guillermo Bonilla" userId="caca34495cc4d6c1" providerId="LiveId" clId="{63C8E8B8-6BE6-40D8-85BC-804990D33116}" dt="2025-04-22T21:00:41.601" v="2337" actId="20577"/>
        <pc:sldMkLst>
          <pc:docMk/>
          <pc:sldMk cId="744849851" sldId="287"/>
        </pc:sldMkLst>
      </pc:sldChg>
      <pc:sldChg chg="modSp mod">
        <pc:chgData name="Guillermo Bonilla" userId="caca34495cc4d6c1" providerId="LiveId" clId="{63C8E8B8-6BE6-40D8-85BC-804990D33116}" dt="2025-04-19T18:56:22.401" v="23" actId="20577"/>
        <pc:sldMkLst>
          <pc:docMk/>
          <pc:sldMk cId="1069917236" sldId="288"/>
        </pc:sldMkLst>
        <pc:spChg chg="mod">
          <ac:chgData name="Guillermo Bonilla" userId="caca34495cc4d6c1" providerId="LiveId" clId="{63C8E8B8-6BE6-40D8-85BC-804990D33116}" dt="2025-04-19T18:56:22.401" v="23" actId="20577"/>
          <ac:spMkLst>
            <pc:docMk/>
            <pc:sldMk cId="1069917236" sldId="288"/>
            <ac:spMk id="7" creationId="{A85FC589-0477-530B-9F2A-181379E6A440}"/>
          </ac:spMkLst>
        </pc:spChg>
      </pc:sldChg>
      <pc:sldChg chg="modSp mod">
        <pc:chgData name="Guillermo Bonilla" userId="caca34495cc4d6c1" providerId="LiveId" clId="{63C8E8B8-6BE6-40D8-85BC-804990D33116}" dt="2025-04-19T19:07:34.013" v="29" actId="20577"/>
        <pc:sldMkLst>
          <pc:docMk/>
          <pc:sldMk cId="3501329831" sldId="290"/>
        </pc:sldMkLst>
        <pc:spChg chg="mod">
          <ac:chgData name="Guillermo Bonilla" userId="caca34495cc4d6c1" providerId="LiveId" clId="{63C8E8B8-6BE6-40D8-85BC-804990D33116}" dt="2025-04-19T19:07:34.013" v="29" actId="20577"/>
          <ac:spMkLst>
            <pc:docMk/>
            <pc:sldMk cId="3501329831" sldId="290"/>
            <ac:spMk id="7" creationId="{38FEBD6C-895A-0787-FA86-53F8E77DAE83}"/>
          </ac:spMkLst>
        </pc:spChg>
      </pc:sldChg>
      <pc:sldChg chg="modSp mod">
        <pc:chgData name="Guillermo Bonilla" userId="caca34495cc4d6c1" providerId="LiveId" clId="{63C8E8B8-6BE6-40D8-85BC-804990D33116}" dt="2025-04-19T19:11:02.661" v="62" actId="20577"/>
        <pc:sldMkLst>
          <pc:docMk/>
          <pc:sldMk cId="3933257457" sldId="291"/>
        </pc:sldMkLst>
        <pc:spChg chg="mod">
          <ac:chgData name="Guillermo Bonilla" userId="caca34495cc4d6c1" providerId="LiveId" clId="{63C8E8B8-6BE6-40D8-85BC-804990D33116}" dt="2025-04-19T19:11:02.661" v="62" actId="20577"/>
          <ac:spMkLst>
            <pc:docMk/>
            <pc:sldMk cId="3933257457" sldId="291"/>
            <ac:spMk id="7" creationId="{1340AD54-F86B-13F6-9BEC-BD3EBC0A68C9}"/>
          </ac:spMkLst>
        </pc:spChg>
      </pc:sldChg>
      <pc:sldChg chg="modSp mod">
        <pc:chgData name="Guillermo Bonilla" userId="caca34495cc4d6c1" providerId="LiveId" clId="{63C8E8B8-6BE6-40D8-85BC-804990D33116}" dt="2025-04-22T21:02:28.630" v="2347" actId="20577"/>
        <pc:sldMkLst>
          <pc:docMk/>
          <pc:sldMk cId="302839258" sldId="293"/>
        </pc:sldMkLst>
      </pc:sldChg>
      <pc:sldChg chg="modSp mod">
        <pc:chgData name="Guillermo Bonilla" userId="caca34495cc4d6c1" providerId="LiveId" clId="{63C8E8B8-6BE6-40D8-85BC-804990D33116}" dt="2025-04-22T21:02:32.904" v="2351" actId="20577"/>
        <pc:sldMkLst>
          <pc:docMk/>
          <pc:sldMk cId="1508356928" sldId="294"/>
        </pc:sldMkLst>
        <pc:spChg chg="mod">
          <ac:chgData name="Guillermo Bonilla" userId="caca34495cc4d6c1" providerId="LiveId" clId="{63C8E8B8-6BE6-40D8-85BC-804990D33116}" dt="2025-04-22T21:02:32.904" v="2351" actId="20577"/>
          <ac:spMkLst>
            <pc:docMk/>
            <pc:sldMk cId="1508356928" sldId="294"/>
            <ac:spMk id="4" creationId="{09653963-6230-D842-35FF-217EA2AA4B12}"/>
          </ac:spMkLst>
        </pc:spChg>
      </pc:sldChg>
      <pc:sldChg chg="modSp mod">
        <pc:chgData name="Guillermo Bonilla" userId="caca34495cc4d6c1" providerId="LiveId" clId="{63C8E8B8-6BE6-40D8-85BC-804990D33116}" dt="2025-04-22T21:02:38.052" v="2359" actId="20577"/>
        <pc:sldMkLst>
          <pc:docMk/>
          <pc:sldMk cId="2214878358" sldId="295"/>
        </pc:sldMkLst>
        <pc:spChg chg="mod">
          <ac:chgData name="Guillermo Bonilla" userId="caca34495cc4d6c1" providerId="LiveId" clId="{63C8E8B8-6BE6-40D8-85BC-804990D33116}" dt="2025-04-22T21:02:38.052" v="2359" actId="20577"/>
          <ac:spMkLst>
            <pc:docMk/>
            <pc:sldMk cId="2214878358" sldId="295"/>
            <ac:spMk id="5" creationId="{23284D4B-36C1-86DE-833C-AB7D654EB507}"/>
          </ac:spMkLst>
        </pc:spChg>
      </pc:sldChg>
      <pc:sldChg chg="modSp mod">
        <pc:chgData name="Guillermo Bonilla" userId="caca34495cc4d6c1" providerId="LiveId" clId="{63C8E8B8-6BE6-40D8-85BC-804990D33116}" dt="2025-04-22T21:02:42.316" v="2363" actId="20577"/>
        <pc:sldMkLst>
          <pc:docMk/>
          <pc:sldMk cId="2567306383" sldId="296"/>
        </pc:sldMkLst>
        <pc:spChg chg="mod">
          <ac:chgData name="Guillermo Bonilla" userId="caca34495cc4d6c1" providerId="LiveId" clId="{63C8E8B8-6BE6-40D8-85BC-804990D33116}" dt="2025-04-22T21:02:42.316" v="2363" actId="20577"/>
          <ac:spMkLst>
            <pc:docMk/>
            <pc:sldMk cId="2567306383" sldId="296"/>
            <ac:spMk id="5" creationId="{69B54701-6494-C0F4-04E7-D2C5005737A5}"/>
          </ac:spMkLst>
        </pc:spChg>
      </pc:sldChg>
      <pc:sldChg chg="modSp mod">
        <pc:chgData name="Guillermo Bonilla" userId="caca34495cc4d6c1" providerId="LiveId" clId="{63C8E8B8-6BE6-40D8-85BC-804990D33116}" dt="2025-04-22T21:02:48.072" v="2371" actId="20577"/>
        <pc:sldMkLst>
          <pc:docMk/>
          <pc:sldMk cId="3628515283" sldId="297"/>
        </pc:sldMkLst>
        <pc:spChg chg="mod">
          <ac:chgData name="Guillermo Bonilla" userId="caca34495cc4d6c1" providerId="LiveId" clId="{63C8E8B8-6BE6-40D8-85BC-804990D33116}" dt="2025-04-22T21:02:48.072" v="2371" actId="20577"/>
          <ac:spMkLst>
            <pc:docMk/>
            <pc:sldMk cId="3628515283" sldId="297"/>
            <ac:spMk id="5" creationId="{E01AC809-F1ED-DC1C-D0BA-CA759B900D54}"/>
          </ac:spMkLst>
        </pc:spChg>
      </pc:sldChg>
      <pc:sldChg chg="modSp mod">
        <pc:chgData name="Guillermo Bonilla" userId="caca34495cc4d6c1" providerId="LiveId" clId="{63C8E8B8-6BE6-40D8-85BC-804990D33116}" dt="2025-04-22T21:02:55.657" v="2377" actId="20577"/>
        <pc:sldMkLst>
          <pc:docMk/>
          <pc:sldMk cId="1433247439" sldId="298"/>
        </pc:sldMkLst>
        <pc:spChg chg="mod">
          <ac:chgData name="Guillermo Bonilla" userId="caca34495cc4d6c1" providerId="LiveId" clId="{63C8E8B8-6BE6-40D8-85BC-804990D33116}" dt="2025-04-22T21:02:55.657" v="2377" actId="20577"/>
          <ac:spMkLst>
            <pc:docMk/>
            <pc:sldMk cId="1433247439" sldId="298"/>
            <ac:spMk id="7" creationId="{EFB867C6-A161-7C71-5E9E-94C5BD04D861}"/>
          </ac:spMkLst>
        </pc:spChg>
      </pc:sldChg>
      <pc:sldChg chg="modSp mod">
        <pc:chgData name="Guillermo Bonilla" userId="caca34495cc4d6c1" providerId="LiveId" clId="{63C8E8B8-6BE6-40D8-85BC-804990D33116}" dt="2025-04-22T21:03:08.685" v="2383" actId="20577"/>
        <pc:sldMkLst>
          <pc:docMk/>
          <pc:sldMk cId="201523123" sldId="299"/>
        </pc:sldMkLst>
      </pc:sldChg>
      <pc:sldChg chg="modSp mod">
        <pc:chgData name="Guillermo Bonilla" userId="caca34495cc4d6c1" providerId="LiveId" clId="{63C8E8B8-6BE6-40D8-85BC-804990D33116}" dt="2025-04-22T21:03:14.092" v="2389" actId="20577"/>
        <pc:sldMkLst>
          <pc:docMk/>
          <pc:sldMk cId="1677726374" sldId="300"/>
        </pc:sldMkLst>
        <pc:spChg chg="mod">
          <ac:chgData name="Guillermo Bonilla" userId="caca34495cc4d6c1" providerId="LiveId" clId="{63C8E8B8-6BE6-40D8-85BC-804990D33116}" dt="2025-04-22T21:03:14.092" v="2389" actId="20577"/>
          <ac:spMkLst>
            <pc:docMk/>
            <pc:sldMk cId="1677726374" sldId="300"/>
            <ac:spMk id="7" creationId="{8A636261-2DFA-EF23-7177-35446937F76E}"/>
          </ac:spMkLst>
        </pc:spChg>
      </pc:sldChg>
      <pc:sldChg chg="modSp mod">
        <pc:chgData name="Guillermo Bonilla" userId="caca34495cc4d6c1" providerId="LiveId" clId="{63C8E8B8-6BE6-40D8-85BC-804990D33116}" dt="2025-04-22T21:03:32.726" v="2392" actId="20577"/>
        <pc:sldMkLst>
          <pc:docMk/>
          <pc:sldMk cId="2532702208" sldId="301"/>
        </pc:sldMkLst>
        <pc:spChg chg="mod">
          <ac:chgData name="Guillermo Bonilla" userId="caca34495cc4d6c1" providerId="LiveId" clId="{63C8E8B8-6BE6-40D8-85BC-804990D33116}" dt="2025-04-22T21:03:32.726" v="2392" actId="20577"/>
          <ac:spMkLst>
            <pc:docMk/>
            <pc:sldMk cId="2532702208" sldId="301"/>
            <ac:spMk id="5" creationId="{4EC6BC39-C810-2A2A-ECD4-A48A176DAB96}"/>
          </ac:spMkLst>
        </pc:spChg>
      </pc:sldChg>
      <pc:sldChg chg="modSp mod">
        <pc:chgData name="Guillermo Bonilla" userId="caca34495cc4d6c1" providerId="LiveId" clId="{63C8E8B8-6BE6-40D8-85BC-804990D33116}" dt="2025-04-22T21:03:41.184" v="2398" actId="20577"/>
        <pc:sldMkLst>
          <pc:docMk/>
          <pc:sldMk cId="1447063413" sldId="302"/>
        </pc:sldMkLst>
        <pc:spChg chg="mod">
          <ac:chgData name="Guillermo Bonilla" userId="caca34495cc4d6c1" providerId="LiveId" clId="{63C8E8B8-6BE6-40D8-85BC-804990D33116}" dt="2025-04-22T21:03:41.184" v="2398" actId="20577"/>
          <ac:spMkLst>
            <pc:docMk/>
            <pc:sldMk cId="1447063413" sldId="302"/>
            <ac:spMk id="5" creationId="{BD254A5B-9608-85EF-5643-ABE92144F636}"/>
          </ac:spMkLst>
        </pc:spChg>
      </pc:sldChg>
      <pc:sldChg chg="modSp mod">
        <pc:chgData name="Guillermo Bonilla" userId="caca34495cc4d6c1" providerId="LiveId" clId="{63C8E8B8-6BE6-40D8-85BC-804990D33116}" dt="2025-04-22T21:03:46.534" v="2401" actId="20577"/>
        <pc:sldMkLst>
          <pc:docMk/>
          <pc:sldMk cId="2779783054" sldId="303"/>
        </pc:sldMkLst>
        <pc:spChg chg="mod">
          <ac:chgData name="Guillermo Bonilla" userId="caca34495cc4d6c1" providerId="LiveId" clId="{63C8E8B8-6BE6-40D8-85BC-804990D33116}" dt="2025-04-22T21:03:46.534" v="2401" actId="20577"/>
          <ac:spMkLst>
            <pc:docMk/>
            <pc:sldMk cId="2779783054" sldId="303"/>
            <ac:spMk id="7" creationId="{C8F60860-5FE4-16BB-9241-8BDC26E52A9F}"/>
          </ac:spMkLst>
        </pc:spChg>
      </pc:sldChg>
      <pc:sldChg chg="modSp mod">
        <pc:chgData name="Guillermo Bonilla" userId="caca34495cc4d6c1" providerId="LiveId" clId="{63C8E8B8-6BE6-40D8-85BC-804990D33116}" dt="2025-04-22T20:58:10.895" v="2087" actId="255"/>
        <pc:sldMkLst>
          <pc:docMk/>
          <pc:sldMk cId="2642502903" sldId="305"/>
        </pc:sldMkLst>
        <pc:spChg chg="mod">
          <ac:chgData name="Guillermo Bonilla" userId="caca34495cc4d6c1" providerId="LiveId" clId="{63C8E8B8-6BE6-40D8-85BC-804990D33116}" dt="2025-04-22T20:58:10.895" v="2087" actId="255"/>
          <ac:spMkLst>
            <pc:docMk/>
            <pc:sldMk cId="2642502903" sldId="305"/>
            <ac:spMk id="5" creationId="{20FB6333-C204-F505-2866-545ED2DACD3D}"/>
          </ac:spMkLst>
        </pc:spChg>
      </pc:sldChg>
      <pc:sldChg chg="modSp mod">
        <pc:chgData name="Guillermo Bonilla" userId="caca34495cc4d6c1" providerId="LiveId" clId="{63C8E8B8-6BE6-40D8-85BC-804990D33116}" dt="2025-04-22T20:58:20.418" v="2089" actId="255"/>
        <pc:sldMkLst>
          <pc:docMk/>
          <pc:sldMk cId="189899102" sldId="306"/>
        </pc:sldMkLst>
        <pc:spChg chg="mod">
          <ac:chgData name="Guillermo Bonilla" userId="caca34495cc4d6c1" providerId="LiveId" clId="{63C8E8B8-6BE6-40D8-85BC-804990D33116}" dt="2025-04-22T20:58:20.418" v="2089" actId="255"/>
          <ac:spMkLst>
            <pc:docMk/>
            <pc:sldMk cId="189899102" sldId="306"/>
            <ac:spMk id="5" creationId="{1EFE903C-DA31-8F9B-2190-C95FB75F532B}"/>
          </ac:spMkLst>
        </pc:spChg>
      </pc:sldChg>
      <pc:sldChg chg="modSp mod">
        <pc:chgData name="Guillermo Bonilla" userId="caca34495cc4d6c1" providerId="LiveId" clId="{63C8E8B8-6BE6-40D8-85BC-804990D33116}" dt="2025-04-22T20:12:20.655" v="1276" actId="20577"/>
        <pc:sldMkLst>
          <pc:docMk/>
          <pc:sldMk cId="530254797" sldId="307"/>
        </pc:sldMkLst>
        <pc:spChg chg="mod">
          <ac:chgData name="Guillermo Bonilla" userId="caca34495cc4d6c1" providerId="LiveId" clId="{63C8E8B8-6BE6-40D8-85BC-804990D33116}" dt="2025-04-22T20:12:20.655" v="1276" actId="20577"/>
          <ac:spMkLst>
            <pc:docMk/>
            <pc:sldMk cId="530254797" sldId="307"/>
            <ac:spMk id="8" creationId="{2C0A3F74-0A49-3A27-865E-4686D55DE734}"/>
          </ac:spMkLst>
        </pc:spChg>
      </pc:sldChg>
      <pc:sldChg chg="addSp delSp modSp new mod">
        <pc:chgData name="Guillermo Bonilla" userId="caca34495cc4d6c1" providerId="LiveId" clId="{63C8E8B8-6BE6-40D8-85BC-804990D33116}" dt="2025-04-22T20:31:44.012" v="1931" actId="20577"/>
        <pc:sldMkLst>
          <pc:docMk/>
          <pc:sldMk cId="2413359470" sldId="310"/>
        </pc:sldMkLst>
        <pc:spChg chg="mod">
          <ac:chgData name="Guillermo Bonilla" userId="caca34495cc4d6c1" providerId="LiveId" clId="{63C8E8B8-6BE6-40D8-85BC-804990D33116}" dt="2025-04-22T20:30:58.098" v="1907" actId="1076"/>
          <ac:spMkLst>
            <pc:docMk/>
            <pc:sldMk cId="2413359470" sldId="310"/>
            <ac:spMk id="2" creationId="{333E0309-B860-7F73-B6B6-93DFC157FA78}"/>
          </ac:spMkLst>
        </pc:spChg>
        <pc:spChg chg="add mod">
          <ac:chgData name="Guillermo Bonilla" userId="caca34495cc4d6c1" providerId="LiveId" clId="{63C8E8B8-6BE6-40D8-85BC-804990D33116}" dt="2025-04-22T20:29:44.607" v="1867" actId="27636"/>
          <ac:spMkLst>
            <pc:docMk/>
            <pc:sldMk cId="2413359470" sldId="310"/>
            <ac:spMk id="7" creationId="{9FC17FB8-3815-C568-5F31-0E5C9FD0AFD7}"/>
          </ac:spMkLst>
        </pc:spChg>
        <pc:spChg chg="add mod">
          <ac:chgData name="Guillermo Bonilla" userId="caca34495cc4d6c1" providerId="LiveId" clId="{63C8E8B8-6BE6-40D8-85BC-804990D33116}" dt="2025-04-22T20:31:44.012" v="1931" actId="20577"/>
          <ac:spMkLst>
            <pc:docMk/>
            <pc:sldMk cId="2413359470" sldId="310"/>
            <ac:spMk id="9" creationId="{1EB5D8CD-247D-F603-097B-58080C78135B}"/>
          </ac:spMkLst>
        </pc:spChg>
        <pc:picChg chg="add mod">
          <ac:chgData name="Guillermo Bonilla" userId="caca34495cc4d6c1" providerId="LiveId" clId="{63C8E8B8-6BE6-40D8-85BC-804990D33116}" dt="2025-04-22T20:30:54.135" v="1906" actId="1076"/>
          <ac:picMkLst>
            <pc:docMk/>
            <pc:sldMk cId="2413359470" sldId="310"/>
            <ac:picMk id="8" creationId="{403725FC-F0E0-9D56-ABDD-D3F6FBE02B39}"/>
          </ac:picMkLst>
        </pc:picChg>
      </pc:sldChg>
      <pc:sldChg chg="delSp add del setBg delDesignElem">
        <pc:chgData name="Guillermo Bonilla" userId="caca34495cc4d6c1" providerId="LiveId" clId="{63C8E8B8-6BE6-40D8-85BC-804990D33116}" dt="2025-04-22T20:26:02.366" v="1835" actId="47"/>
        <pc:sldMkLst>
          <pc:docMk/>
          <pc:sldMk cId="1745094691" sldId="690"/>
        </pc:sldMkLst>
      </pc:sldChg>
      <pc:sldMasterChg chg="delSldLayout">
        <pc:chgData name="Guillermo Bonilla" userId="caca34495cc4d6c1" providerId="LiveId" clId="{63C8E8B8-6BE6-40D8-85BC-804990D33116}" dt="2025-04-22T20:26:02.366" v="1835" actId="47"/>
        <pc:sldMasterMkLst>
          <pc:docMk/>
          <pc:sldMasterMk cId="4129285306" sldId="2147483654"/>
        </pc:sldMasterMkLst>
        <pc:sldLayoutChg chg="del">
          <pc:chgData name="Guillermo Bonilla" userId="caca34495cc4d6c1" providerId="LiveId" clId="{63C8E8B8-6BE6-40D8-85BC-804990D33116}" dt="2025-04-22T20:26:02.366" v="1835" actId="47"/>
          <pc:sldLayoutMkLst>
            <pc:docMk/>
            <pc:sldMasterMk cId="4129285306" sldId="2147483654"/>
            <pc:sldLayoutMk cId="1386413897" sldId="2147483678"/>
          </pc:sldLayoutMkLst>
        </pc:sldLayoutChg>
      </pc:sldMasterChg>
    </pc:docChg>
  </pc:docChgLst>
  <pc:docChgLst>
    <pc:chgData name="Lilian Muniz Alvarez" userId="1b5857c3-aaed-463a-abcb-68c19ec51a3f" providerId="ADAL" clId="{8658DE64-B7D7-4536-8221-31150EAE752F}"/>
    <pc:docChg chg="undo redo custSel delSld modSld">
      <pc:chgData name="Lilian Muniz Alvarez" userId="1b5857c3-aaed-463a-abcb-68c19ec51a3f" providerId="ADAL" clId="{8658DE64-B7D7-4536-8221-31150EAE752F}" dt="2025-04-29T16:26:27.699" v="641" actId="20577"/>
      <pc:docMkLst>
        <pc:docMk/>
      </pc:docMkLst>
      <pc:sldChg chg="modSp mod">
        <pc:chgData name="Lilian Muniz Alvarez" userId="1b5857c3-aaed-463a-abcb-68c19ec51a3f" providerId="ADAL" clId="{8658DE64-B7D7-4536-8221-31150EAE752F}" dt="2025-04-29T16:12:20.811" v="508" actId="20577"/>
        <pc:sldMkLst>
          <pc:docMk/>
          <pc:sldMk cId="1004898948" sldId="259"/>
        </pc:sldMkLst>
        <pc:spChg chg="mod">
          <ac:chgData name="Lilian Muniz Alvarez" userId="1b5857c3-aaed-463a-abcb-68c19ec51a3f" providerId="ADAL" clId="{8658DE64-B7D7-4536-8221-31150EAE752F}" dt="2025-04-29T16:12:20.811" v="508" actId="20577"/>
          <ac:spMkLst>
            <pc:docMk/>
            <pc:sldMk cId="1004898948" sldId="259"/>
            <ac:spMk id="7" creationId="{AEA1F7DE-6F80-8F02-4957-0A63E8B9770E}"/>
          </ac:spMkLst>
        </pc:spChg>
      </pc:sldChg>
      <pc:sldChg chg="modSp mod">
        <pc:chgData name="Lilian Muniz Alvarez" userId="1b5857c3-aaed-463a-abcb-68c19ec51a3f" providerId="ADAL" clId="{8658DE64-B7D7-4536-8221-31150EAE752F}" dt="2025-04-29T15:38:28.369" v="30" actId="404"/>
        <pc:sldMkLst>
          <pc:docMk/>
          <pc:sldMk cId="2568146958" sldId="260"/>
        </pc:sldMkLst>
        <pc:spChg chg="mod">
          <ac:chgData name="Lilian Muniz Alvarez" userId="1b5857c3-aaed-463a-abcb-68c19ec51a3f" providerId="ADAL" clId="{8658DE64-B7D7-4536-8221-31150EAE752F}" dt="2025-04-29T15:38:28.369" v="30" actId="404"/>
          <ac:spMkLst>
            <pc:docMk/>
            <pc:sldMk cId="2568146958" sldId="260"/>
            <ac:spMk id="3" creationId="{28651341-2FEF-85D8-40EB-A1021C0720C6}"/>
          </ac:spMkLst>
        </pc:spChg>
        <pc:spChg chg="mod">
          <ac:chgData name="Lilian Muniz Alvarez" userId="1b5857c3-aaed-463a-abcb-68c19ec51a3f" providerId="ADAL" clId="{8658DE64-B7D7-4536-8221-31150EAE752F}" dt="2025-04-29T15:38:15.097" v="28" actId="1076"/>
          <ac:spMkLst>
            <pc:docMk/>
            <pc:sldMk cId="2568146958" sldId="260"/>
            <ac:spMk id="4" creationId="{D89DDE4F-89FE-6EA0-49EF-F85A4B2767F1}"/>
          </ac:spMkLst>
        </pc:spChg>
      </pc:sldChg>
      <pc:sldChg chg="modSp mod">
        <pc:chgData name="Lilian Muniz Alvarez" userId="1b5857c3-aaed-463a-abcb-68c19ec51a3f" providerId="ADAL" clId="{8658DE64-B7D7-4536-8221-31150EAE752F}" dt="2025-04-29T15:40:23.761" v="59" actId="20577"/>
        <pc:sldMkLst>
          <pc:docMk/>
          <pc:sldMk cId="1977666761" sldId="261"/>
        </pc:sldMkLst>
        <pc:spChg chg="mod">
          <ac:chgData name="Lilian Muniz Alvarez" userId="1b5857c3-aaed-463a-abcb-68c19ec51a3f" providerId="ADAL" clId="{8658DE64-B7D7-4536-8221-31150EAE752F}" dt="2025-04-29T15:40:23.761" v="59" actId="20577"/>
          <ac:spMkLst>
            <pc:docMk/>
            <pc:sldMk cId="1977666761" sldId="261"/>
            <ac:spMk id="4" creationId="{B81FB0DF-8BAE-80CE-6335-4210F192AFC1}"/>
          </ac:spMkLst>
        </pc:spChg>
      </pc:sldChg>
      <pc:sldChg chg="modSp mod">
        <pc:chgData name="Lilian Muniz Alvarez" userId="1b5857c3-aaed-463a-abcb-68c19ec51a3f" providerId="ADAL" clId="{8658DE64-B7D7-4536-8221-31150EAE752F}" dt="2025-04-29T15:43:24.379" v="107" actId="403"/>
        <pc:sldMkLst>
          <pc:docMk/>
          <pc:sldMk cId="2141041419" sldId="284"/>
        </pc:sldMkLst>
        <pc:spChg chg="mod">
          <ac:chgData name="Lilian Muniz Alvarez" userId="1b5857c3-aaed-463a-abcb-68c19ec51a3f" providerId="ADAL" clId="{8658DE64-B7D7-4536-8221-31150EAE752F}" dt="2025-04-29T15:43:24.379" v="107" actId="403"/>
          <ac:spMkLst>
            <pc:docMk/>
            <pc:sldMk cId="2141041419" sldId="284"/>
            <ac:spMk id="3" creationId="{0AC2D6F6-06C0-8C89-29A9-149388BEA5E5}"/>
          </ac:spMkLst>
        </pc:spChg>
        <pc:spChg chg="mod">
          <ac:chgData name="Lilian Muniz Alvarez" userId="1b5857c3-aaed-463a-abcb-68c19ec51a3f" providerId="ADAL" clId="{8658DE64-B7D7-4536-8221-31150EAE752F}" dt="2025-04-29T15:43:03.716" v="95" actId="404"/>
          <ac:spMkLst>
            <pc:docMk/>
            <pc:sldMk cId="2141041419" sldId="284"/>
            <ac:spMk id="5" creationId="{DACFAE8B-0A29-D78F-1F99-B1202B71BC21}"/>
          </ac:spMkLst>
        </pc:spChg>
        <pc:spChg chg="mod">
          <ac:chgData name="Lilian Muniz Alvarez" userId="1b5857c3-aaed-463a-abcb-68c19ec51a3f" providerId="ADAL" clId="{8658DE64-B7D7-4536-8221-31150EAE752F}" dt="2025-04-29T15:41:34.112" v="60" actId="404"/>
          <ac:spMkLst>
            <pc:docMk/>
            <pc:sldMk cId="2141041419" sldId="284"/>
            <ac:spMk id="8" creationId="{EFE50A24-AEED-F875-CA84-E69C64F1D7CF}"/>
          </ac:spMkLst>
        </pc:spChg>
        <pc:picChg chg="mod">
          <ac:chgData name="Lilian Muniz Alvarez" userId="1b5857c3-aaed-463a-abcb-68c19ec51a3f" providerId="ADAL" clId="{8658DE64-B7D7-4536-8221-31150EAE752F}" dt="2025-04-29T15:42:19.080" v="66" actId="1076"/>
          <ac:picMkLst>
            <pc:docMk/>
            <pc:sldMk cId="2141041419" sldId="284"/>
            <ac:picMk id="4" creationId="{1A831E42-075F-01B9-CDB5-42B3CCD16448}"/>
          </ac:picMkLst>
        </pc:picChg>
      </pc:sldChg>
      <pc:sldChg chg="modSp mod">
        <pc:chgData name="Lilian Muniz Alvarez" userId="1b5857c3-aaed-463a-abcb-68c19ec51a3f" providerId="ADAL" clId="{8658DE64-B7D7-4536-8221-31150EAE752F}" dt="2025-04-29T15:51:12.173" v="335" actId="20577"/>
        <pc:sldMkLst>
          <pc:docMk/>
          <pc:sldMk cId="3851265244" sldId="285"/>
        </pc:sldMkLst>
        <pc:spChg chg="mod">
          <ac:chgData name="Lilian Muniz Alvarez" userId="1b5857c3-aaed-463a-abcb-68c19ec51a3f" providerId="ADAL" clId="{8658DE64-B7D7-4536-8221-31150EAE752F}" dt="2025-04-29T15:51:12.173" v="335" actId="20577"/>
          <ac:spMkLst>
            <pc:docMk/>
            <pc:sldMk cId="3851265244" sldId="285"/>
            <ac:spMk id="7" creationId="{15982EC1-F586-440D-064C-0068F6636109}"/>
          </ac:spMkLst>
        </pc:spChg>
      </pc:sldChg>
      <pc:sldChg chg="addSp delSp modSp mod">
        <pc:chgData name="Lilian Muniz Alvarez" userId="1b5857c3-aaed-463a-abcb-68c19ec51a3f" providerId="ADAL" clId="{8658DE64-B7D7-4536-8221-31150EAE752F}" dt="2025-04-29T16:16:28.164" v="533" actId="1076"/>
        <pc:sldMkLst>
          <pc:docMk/>
          <pc:sldMk cId="3192127323" sldId="286"/>
        </pc:sldMkLst>
        <pc:spChg chg="mod">
          <ac:chgData name="Lilian Muniz Alvarez" userId="1b5857c3-aaed-463a-abcb-68c19ec51a3f" providerId="ADAL" clId="{8658DE64-B7D7-4536-8221-31150EAE752F}" dt="2025-04-29T15:58:09.228" v="394" actId="404"/>
          <ac:spMkLst>
            <pc:docMk/>
            <pc:sldMk cId="3192127323" sldId="286"/>
            <ac:spMk id="2" creationId="{10928C3F-CC15-65F8-40B5-438BCF8F25DD}"/>
          </ac:spMkLst>
        </pc:spChg>
        <pc:spChg chg="add mod ord">
          <ac:chgData name="Lilian Muniz Alvarez" userId="1b5857c3-aaed-463a-abcb-68c19ec51a3f" providerId="ADAL" clId="{8658DE64-B7D7-4536-8221-31150EAE752F}" dt="2025-04-29T16:16:28.164" v="533" actId="1076"/>
          <ac:spMkLst>
            <pc:docMk/>
            <pc:sldMk cId="3192127323" sldId="286"/>
            <ac:spMk id="3" creationId="{190E1730-9D15-C666-56B1-271AD9784E26}"/>
          </ac:spMkLst>
        </pc:spChg>
        <pc:spChg chg="mod">
          <ac:chgData name="Lilian Muniz Alvarez" userId="1b5857c3-aaed-463a-abcb-68c19ec51a3f" providerId="ADAL" clId="{8658DE64-B7D7-4536-8221-31150EAE752F}" dt="2025-04-29T16:02:30.718" v="423" actId="14100"/>
          <ac:spMkLst>
            <pc:docMk/>
            <pc:sldMk cId="3192127323" sldId="286"/>
            <ac:spMk id="7" creationId="{CE97B7BE-38ED-9091-799A-AD51D123BB8E}"/>
          </ac:spMkLst>
        </pc:spChg>
        <pc:picChg chg="add del mod ord">
          <ac:chgData name="Lilian Muniz Alvarez" userId="1b5857c3-aaed-463a-abcb-68c19ec51a3f" providerId="ADAL" clId="{8658DE64-B7D7-4536-8221-31150EAE752F}" dt="2025-04-29T16:01:49.022" v="416" actId="478"/>
          <ac:picMkLst>
            <pc:docMk/>
            <pc:sldMk cId="3192127323" sldId="286"/>
            <ac:picMk id="4" creationId="{DC41602F-D235-33E4-021A-01854947E5FD}"/>
          </ac:picMkLst>
        </pc:picChg>
        <pc:picChg chg="add mod">
          <ac:chgData name="Lilian Muniz Alvarez" userId="1b5857c3-aaed-463a-abcb-68c19ec51a3f" providerId="ADAL" clId="{8658DE64-B7D7-4536-8221-31150EAE752F}" dt="2025-04-29T16:02:35.295" v="424" actId="1076"/>
          <ac:picMkLst>
            <pc:docMk/>
            <pc:sldMk cId="3192127323" sldId="286"/>
            <ac:picMk id="5" creationId="{E8017EE6-E771-BB8A-AC12-C912292F93D6}"/>
          </ac:picMkLst>
        </pc:picChg>
        <pc:picChg chg="mod">
          <ac:chgData name="Lilian Muniz Alvarez" userId="1b5857c3-aaed-463a-abcb-68c19ec51a3f" providerId="ADAL" clId="{8658DE64-B7D7-4536-8221-31150EAE752F}" dt="2025-04-29T16:02:35.295" v="424" actId="1076"/>
          <ac:picMkLst>
            <pc:docMk/>
            <pc:sldMk cId="3192127323" sldId="286"/>
            <ac:picMk id="8" creationId="{C7381462-646B-EF54-AC70-E6C8E1CCDC69}"/>
          </ac:picMkLst>
        </pc:picChg>
        <pc:picChg chg="del mod">
          <ac:chgData name="Lilian Muniz Alvarez" userId="1b5857c3-aaed-463a-abcb-68c19ec51a3f" providerId="ADAL" clId="{8658DE64-B7D7-4536-8221-31150EAE752F}" dt="2025-04-29T16:02:37.086" v="425" actId="478"/>
          <ac:picMkLst>
            <pc:docMk/>
            <pc:sldMk cId="3192127323" sldId="286"/>
            <ac:picMk id="9" creationId="{F5143228-F5D2-81EC-ACE6-63527095FD12}"/>
          </ac:picMkLst>
        </pc:picChg>
      </pc:sldChg>
      <pc:sldChg chg="modSp del mod">
        <pc:chgData name="Lilian Muniz Alvarez" userId="1b5857c3-aaed-463a-abcb-68c19ec51a3f" providerId="ADAL" clId="{8658DE64-B7D7-4536-8221-31150EAE752F}" dt="2025-04-29T16:04:15.123" v="444" actId="2696"/>
        <pc:sldMkLst>
          <pc:docMk/>
          <pc:sldMk cId="744849851" sldId="287"/>
        </pc:sldMkLst>
        <pc:spChg chg="mod">
          <ac:chgData name="Lilian Muniz Alvarez" userId="1b5857c3-aaed-463a-abcb-68c19ec51a3f" providerId="ADAL" clId="{8658DE64-B7D7-4536-8221-31150EAE752F}" dt="2025-04-29T15:54:15.054" v="375" actId="1076"/>
          <ac:spMkLst>
            <pc:docMk/>
            <pc:sldMk cId="744849851" sldId="287"/>
            <ac:spMk id="2" creationId="{31E8C4B1-205E-5DA7-2432-5499F5EEA00A}"/>
          </ac:spMkLst>
        </pc:spChg>
      </pc:sldChg>
      <pc:sldChg chg="modSp mod">
        <pc:chgData name="Lilian Muniz Alvarez" userId="1b5857c3-aaed-463a-abcb-68c19ec51a3f" providerId="ADAL" clId="{8658DE64-B7D7-4536-8221-31150EAE752F}" dt="2025-04-29T16:05:41.935" v="454" actId="20577"/>
        <pc:sldMkLst>
          <pc:docMk/>
          <pc:sldMk cId="3501329831" sldId="290"/>
        </pc:sldMkLst>
        <pc:spChg chg="mod">
          <ac:chgData name="Lilian Muniz Alvarez" userId="1b5857c3-aaed-463a-abcb-68c19ec51a3f" providerId="ADAL" clId="{8658DE64-B7D7-4536-8221-31150EAE752F}" dt="2025-04-29T16:05:41.935" v="454" actId="20577"/>
          <ac:spMkLst>
            <pc:docMk/>
            <pc:sldMk cId="3501329831" sldId="290"/>
            <ac:spMk id="7" creationId="{38FEBD6C-895A-0787-FA86-53F8E77DAE83}"/>
          </ac:spMkLst>
        </pc:spChg>
      </pc:sldChg>
      <pc:sldChg chg="modSp mod">
        <pc:chgData name="Lilian Muniz Alvarez" userId="1b5857c3-aaed-463a-abcb-68c19ec51a3f" providerId="ADAL" clId="{8658DE64-B7D7-4536-8221-31150EAE752F}" dt="2025-04-29T16:06:21.019" v="456" actId="6549"/>
        <pc:sldMkLst>
          <pc:docMk/>
          <pc:sldMk cId="3933257457" sldId="291"/>
        </pc:sldMkLst>
        <pc:spChg chg="mod">
          <ac:chgData name="Lilian Muniz Alvarez" userId="1b5857c3-aaed-463a-abcb-68c19ec51a3f" providerId="ADAL" clId="{8658DE64-B7D7-4536-8221-31150EAE752F}" dt="2025-04-29T16:06:21.019" v="456" actId="6549"/>
          <ac:spMkLst>
            <pc:docMk/>
            <pc:sldMk cId="3933257457" sldId="291"/>
            <ac:spMk id="7" creationId="{1340AD54-F86B-13F6-9BEC-BD3EBC0A68C9}"/>
          </ac:spMkLst>
        </pc:spChg>
      </pc:sldChg>
      <pc:sldChg chg="modSp mod">
        <pc:chgData name="Lilian Muniz Alvarez" userId="1b5857c3-aaed-463a-abcb-68c19ec51a3f" providerId="ADAL" clId="{8658DE64-B7D7-4536-8221-31150EAE752F}" dt="2025-04-29T16:08:46.447" v="502" actId="20577"/>
        <pc:sldMkLst>
          <pc:docMk/>
          <pc:sldMk cId="78144371" sldId="292"/>
        </pc:sldMkLst>
        <pc:spChg chg="mod">
          <ac:chgData name="Lilian Muniz Alvarez" userId="1b5857c3-aaed-463a-abcb-68c19ec51a3f" providerId="ADAL" clId="{8658DE64-B7D7-4536-8221-31150EAE752F}" dt="2025-04-29T16:08:46.447" v="502" actId="20577"/>
          <ac:spMkLst>
            <pc:docMk/>
            <pc:sldMk cId="78144371" sldId="292"/>
            <ac:spMk id="8" creationId="{F5AD698F-94CA-EA1F-2145-47A4433C5C99}"/>
          </ac:spMkLst>
        </pc:spChg>
      </pc:sldChg>
      <pc:sldChg chg="modSp mod">
        <pc:chgData name="Lilian Muniz Alvarez" userId="1b5857c3-aaed-463a-abcb-68c19ec51a3f" providerId="ADAL" clId="{8658DE64-B7D7-4536-8221-31150EAE752F}" dt="2025-04-29T16:11:57.556" v="507" actId="20577"/>
        <pc:sldMkLst>
          <pc:docMk/>
          <pc:sldMk cId="302839258" sldId="293"/>
        </pc:sldMkLst>
        <pc:spChg chg="mod">
          <ac:chgData name="Lilian Muniz Alvarez" userId="1b5857c3-aaed-463a-abcb-68c19ec51a3f" providerId="ADAL" clId="{8658DE64-B7D7-4536-8221-31150EAE752F}" dt="2025-04-29T16:11:57.556" v="507" actId="20577"/>
          <ac:spMkLst>
            <pc:docMk/>
            <pc:sldMk cId="302839258" sldId="293"/>
            <ac:spMk id="5" creationId="{7EA6FA58-61CA-F6C6-558F-7D14F421EB9F}"/>
          </ac:spMkLst>
        </pc:spChg>
      </pc:sldChg>
      <pc:sldChg chg="modSp mod">
        <pc:chgData name="Lilian Muniz Alvarez" userId="1b5857c3-aaed-463a-abcb-68c19ec51a3f" providerId="ADAL" clId="{8658DE64-B7D7-4536-8221-31150EAE752F}" dt="2025-04-29T16:12:47.844" v="511" actId="20577"/>
        <pc:sldMkLst>
          <pc:docMk/>
          <pc:sldMk cId="1508356928" sldId="294"/>
        </pc:sldMkLst>
        <pc:spChg chg="mod">
          <ac:chgData name="Lilian Muniz Alvarez" userId="1b5857c3-aaed-463a-abcb-68c19ec51a3f" providerId="ADAL" clId="{8658DE64-B7D7-4536-8221-31150EAE752F}" dt="2025-04-29T16:12:47.844" v="511" actId="20577"/>
          <ac:spMkLst>
            <pc:docMk/>
            <pc:sldMk cId="1508356928" sldId="294"/>
            <ac:spMk id="4" creationId="{09653963-6230-D842-35FF-217EA2AA4B12}"/>
          </ac:spMkLst>
        </pc:spChg>
      </pc:sldChg>
      <pc:sldChg chg="modSp mod">
        <pc:chgData name="Lilian Muniz Alvarez" userId="1b5857c3-aaed-463a-abcb-68c19ec51a3f" providerId="ADAL" clId="{8658DE64-B7D7-4536-8221-31150EAE752F}" dt="2025-04-29T16:17:49.657" v="537" actId="20577"/>
        <pc:sldMkLst>
          <pc:docMk/>
          <pc:sldMk cId="2214878358" sldId="295"/>
        </pc:sldMkLst>
        <pc:spChg chg="mod">
          <ac:chgData name="Lilian Muniz Alvarez" userId="1b5857c3-aaed-463a-abcb-68c19ec51a3f" providerId="ADAL" clId="{8658DE64-B7D7-4536-8221-31150EAE752F}" dt="2025-04-29T16:17:49.657" v="537" actId="20577"/>
          <ac:spMkLst>
            <pc:docMk/>
            <pc:sldMk cId="2214878358" sldId="295"/>
            <ac:spMk id="5" creationId="{23284D4B-36C1-86DE-833C-AB7D654EB507}"/>
          </ac:spMkLst>
        </pc:spChg>
      </pc:sldChg>
      <pc:sldChg chg="modSp mod">
        <pc:chgData name="Lilian Muniz Alvarez" userId="1b5857c3-aaed-463a-abcb-68c19ec51a3f" providerId="ADAL" clId="{8658DE64-B7D7-4536-8221-31150EAE752F}" dt="2025-04-29T16:18:36.104" v="540" actId="20577"/>
        <pc:sldMkLst>
          <pc:docMk/>
          <pc:sldMk cId="2567306383" sldId="296"/>
        </pc:sldMkLst>
        <pc:spChg chg="mod">
          <ac:chgData name="Lilian Muniz Alvarez" userId="1b5857c3-aaed-463a-abcb-68c19ec51a3f" providerId="ADAL" clId="{8658DE64-B7D7-4536-8221-31150EAE752F}" dt="2025-04-29T16:18:36.104" v="540" actId="20577"/>
          <ac:spMkLst>
            <pc:docMk/>
            <pc:sldMk cId="2567306383" sldId="296"/>
            <ac:spMk id="5" creationId="{69B54701-6494-C0F4-04E7-D2C5005737A5}"/>
          </ac:spMkLst>
        </pc:spChg>
      </pc:sldChg>
      <pc:sldChg chg="modSp mod">
        <pc:chgData name="Lilian Muniz Alvarez" userId="1b5857c3-aaed-463a-abcb-68c19ec51a3f" providerId="ADAL" clId="{8658DE64-B7D7-4536-8221-31150EAE752F}" dt="2025-04-29T16:19:15.579" v="546" actId="20577"/>
        <pc:sldMkLst>
          <pc:docMk/>
          <pc:sldMk cId="3628515283" sldId="297"/>
        </pc:sldMkLst>
        <pc:spChg chg="mod">
          <ac:chgData name="Lilian Muniz Alvarez" userId="1b5857c3-aaed-463a-abcb-68c19ec51a3f" providerId="ADAL" clId="{8658DE64-B7D7-4536-8221-31150EAE752F}" dt="2025-04-29T16:19:15.579" v="546" actId="20577"/>
          <ac:spMkLst>
            <pc:docMk/>
            <pc:sldMk cId="3628515283" sldId="297"/>
            <ac:spMk id="5" creationId="{E01AC809-F1ED-DC1C-D0BA-CA759B900D54}"/>
          </ac:spMkLst>
        </pc:spChg>
      </pc:sldChg>
      <pc:sldChg chg="modSp mod">
        <pc:chgData name="Lilian Muniz Alvarez" userId="1b5857c3-aaed-463a-abcb-68c19ec51a3f" providerId="ADAL" clId="{8658DE64-B7D7-4536-8221-31150EAE752F}" dt="2025-04-29T16:19:41.484" v="550" actId="20577"/>
        <pc:sldMkLst>
          <pc:docMk/>
          <pc:sldMk cId="1433247439" sldId="298"/>
        </pc:sldMkLst>
        <pc:spChg chg="mod">
          <ac:chgData name="Lilian Muniz Alvarez" userId="1b5857c3-aaed-463a-abcb-68c19ec51a3f" providerId="ADAL" clId="{8658DE64-B7D7-4536-8221-31150EAE752F}" dt="2025-04-29T16:19:41.484" v="550" actId="20577"/>
          <ac:spMkLst>
            <pc:docMk/>
            <pc:sldMk cId="1433247439" sldId="298"/>
            <ac:spMk id="7" creationId="{EFB867C6-A161-7C71-5E9E-94C5BD04D861}"/>
          </ac:spMkLst>
        </pc:spChg>
      </pc:sldChg>
      <pc:sldChg chg="modSp mod">
        <pc:chgData name="Lilian Muniz Alvarez" userId="1b5857c3-aaed-463a-abcb-68c19ec51a3f" providerId="ADAL" clId="{8658DE64-B7D7-4536-8221-31150EAE752F}" dt="2025-04-29T16:20:03.424" v="553" actId="20577"/>
        <pc:sldMkLst>
          <pc:docMk/>
          <pc:sldMk cId="201523123" sldId="299"/>
        </pc:sldMkLst>
        <pc:spChg chg="mod">
          <ac:chgData name="Lilian Muniz Alvarez" userId="1b5857c3-aaed-463a-abcb-68c19ec51a3f" providerId="ADAL" clId="{8658DE64-B7D7-4536-8221-31150EAE752F}" dt="2025-04-29T16:20:03.424" v="553" actId="20577"/>
          <ac:spMkLst>
            <pc:docMk/>
            <pc:sldMk cId="201523123" sldId="299"/>
            <ac:spMk id="5" creationId="{F3073F2B-0754-37F1-973E-4003A5873287}"/>
          </ac:spMkLst>
        </pc:spChg>
      </pc:sldChg>
      <pc:sldChg chg="modSp mod">
        <pc:chgData name="Lilian Muniz Alvarez" userId="1b5857c3-aaed-463a-abcb-68c19ec51a3f" providerId="ADAL" clId="{8658DE64-B7D7-4536-8221-31150EAE752F}" dt="2025-04-29T16:20:32.239" v="557" actId="20577"/>
        <pc:sldMkLst>
          <pc:docMk/>
          <pc:sldMk cId="1677726374" sldId="300"/>
        </pc:sldMkLst>
        <pc:spChg chg="mod">
          <ac:chgData name="Lilian Muniz Alvarez" userId="1b5857c3-aaed-463a-abcb-68c19ec51a3f" providerId="ADAL" clId="{8658DE64-B7D7-4536-8221-31150EAE752F}" dt="2025-04-29T16:20:32.239" v="557" actId="20577"/>
          <ac:spMkLst>
            <pc:docMk/>
            <pc:sldMk cId="1677726374" sldId="300"/>
            <ac:spMk id="7" creationId="{8A636261-2DFA-EF23-7177-35446937F76E}"/>
          </ac:spMkLst>
        </pc:spChg>
      </pc:sldChg>
      <pc:sldChg chg="modSp mod">
        <pc:chgData name="Lilian Muniz Alvarez" userId="1b5857c3-aaed-463a-abcb-68c19ec51a3f" providerId="ADAL" clId="{8658DE64-B7D7-4536-8221-31150EAE752F}" dt="2025-04-29T16:20:50.015" v="559" actId="20577"/>
        <pc:sldMkLst>
          <pc:docMk/>
          <pc:sldMk cId="2532702208" sldId="301"/>
        </pc:sldMkLst>
        <pc:spChg chg="mod">
          <ac:chgData name="Lilian Muniz Alvarez" userId="1b5857c3-aaed-463a-abcb-68c19ec51a3f" providerId="ADAL" clId="{8658DE64-B7D7-4536-8221-31150EAE752F}" dt="2025-04-29T16:20:50.015" v="559" actId="20577"/>
          <ac:spMkLst>
            <pc:docMk/>
            <pc:sldMk cId="2532702208" sldId="301"/>
            <ac:spMk id="5" creationId="{4EC6BC39-C810-2A2A-ECD4-A48A176DAB96}"/>
          </ac:spMkLst>
        </pc:spChg>
      </pc:sldChg>
      <pc:sldChg chg="modSp mod">
        <pc:chgData name="Lilian Muniz Alvarez" userId="1b5857c3-aaed-463a-abcb-68c19ec51a3f" providerId="ADAL" clId="{8658DE64-B7D7-4536-8221-31150EAE752F}" dt="2025-04-29T16:21:12.437" v="562" actId="20577"/>
        <pc:sldMkLst>
          <pc:docMk/>
          <pc:sldMk cId="1447063413" sldId="302"/>
        </pc:sldMkLst>
        <pc:spChg chg="mod">
          <ac:chgData name="Lilian Muniz Alvarez" userId="1b5857c3-aaed-463a-abcb-68c19ec51a3f" providerId="ADAL" clId="{8658DE64-B7D7-4536-8221-31150EAE752F}" dt="2025-04-29T16:21:12.437" v="562" actId="20577"/>
          <ac:spMkLst>
            <pc:docMk/>
            <pc:sldMk cId="1447063413" sldId="302"/>
            <ac:spMk id="5" creationId="{BD254A5B-9608-85EF-5643-ABE92144F636}"/>
          </ac:spMkLst>
        </pc:spChg>
      </pc:sldChg>
      <pc:sldChg chg="modSp mod">
        <pc:chgData name="Lilian Muniz Alvarez" userId="1b5857c3-aaed-463a-abcb-68c19ec51a3f" providerId="ADAL" clId="{8658DE64-B7D7-4536-8221-31150EAE752F}" dt="2025-04-29T16:21:24.674" v="564" actId="20577"/>
        <pc:sldMkLst>
          <pc:docMk/>
          <pc:sldMk cId="2779783054" sldId="303"/>
        </pc:sldMkLst>
        <pc:spChg chg="mod">
          <ac:chgData name="Lilian Muniz Alvarez" userId="1b5857c3-aaed-463a-abcb-68c19ec51a3f" providerId="ADAL" clId="{8658DE64-B7D7-4536-8221-31150EAE752F}" dt="2025-04-29T16:21:24.674" v="564" actId="20577"/>
          <ac:spMkLst>
            <pc:docMk/>
            <pc:sldMk cId="2779783054" sldId="303"/>
            <ac:spMk id="7" creationId="{C8F60860-5FE4-16BB-9241-8BDC26E52A9F}"/>
          </ac:spMkLst>
        </pc:spChg>
      </pc:sldChg>
      <pc:sldChg chg="modSp mod">
        <pc:chgData name="Lilian Muniz Alvarez" userId="1b5857c3-aaed-463a-abcb-68c19ec51a3f" providerId="ADAL" clId="{8658DE64-B7D7-4536-8221-31150EAE752F}" dt="2025-04-29T16:23:39.488" v="602" actId="20577"/>
        <pc:sldMkLst>
          <pc:docMk/>
          <pc:sldMk cId="2278551962" sldId="304"/>
        </pc:sldMkLst>
        <pc:spChg chg="mod">
          <ac:chgData name="Lilian Muniz Alvarez" userId="1b5857c3-aaed-463a-abcb-68c19ec51a3f" providerId="ADAL" clId="{8658DE64-B7D7-4536-8221-31150EAE752F}" dt="2025-04-29T16:21:38.900" v="567" actId="6549"/>
          <ac:spMkLst>
            <pc:docMk/>
            <pc:sldMk cId="2278551962" sldId="304"/>
            <ac:spMk id="2" creationId="{C02EBB13-C6A2-6156-0C74-91485953500F}"/>
          </ac:spMkLst>
        </pc:spChg>
        <pc:spChg chg="mod">
          <ac:chgData name="Lilian Muniz Alvarez" userId="1b5857c3-aaed-463a-abcb-68c19ec51a3f" providerId="ADAL" clId="{8658DE64-B7D7-4536-8221-31150EAE752F}" dt="2025-04-29T16:23:39.488" v="602" actId="20577"/>
          <ac:spMkLst>
            <pc:docMk/>
            <pc:sldMk cId="2278551962" sldId="304"/>
            <ac:spMk id="8" creationId="{7146A8D4-8733-AEC3-9FB1-30A477AB2AA2}"/>
          </ac:spMkLst>
        </pc:spChg>
      </pc:sldChg>
      <pc:sldChg chg="modSp mod">
        <pc:chgData name="Lilian Muniz Alvarez" userId="1b5857c3-aaed-463a-abcb-68c19ec51a3f" providerId="ADAL" clId="{8658DE64-B7D7-4536-8221-31150EAE752F}" dt="2025-04-29T16:24:03.697" v="603" actId="20577"/>
        <pc:sldMkLst>
          <pc:docMk/>
          <pc:sldMk cId="2642502903" sldId="305"/>
        </pc:sldMkLst>
        <pc:spChg chg="mod">
          <ac:chgData name="Lilian Muniz Alvarez" userId="1b5857c3-aaed-463a-abcb-68c19ec51a3f" providerId="ADAL" clId="{8658DE64-B7D7-4536-8221-31150EAE752F}" dt="2025-04-29T16:24:03.697" v="603" actId="20577"/>
          <ac:spMkLst>
            <pc:docMk/>
            <pc:sldMk cId="2642502903" sldId="305"/>
            <ac:spMk id="5" creationId="{20FB6333-C204-F505-2866-545ED2DACD3D}"/>
          </ac:spMkLst>
        </pc:spChg>
      </pc:sldChg>
      <pc:sldChg chg="modSp mod">
        <pc:chgData name="Lilian Muniz Alvarez" userId="1b5857c3-aaed-463a-abcb-68c19ec51a3f" providerId="ADAL" clId="{8658DE64-B7D7-4536-8221-31150EAE752F}" dt="2025-04-29T16:24:25.334" v="604" actId="20577"/>
        <pc:sldMkLst>
          <pc:docMk/>
          <pc:sldMk cId="189899102" sldId="306"/>
        </pc:sldMkLst>
        <pc:spChg chg="mod">
          <ac:chgData name="Lilian Muniz Alvarez" userId="1b5857c3-aaed-463a-abcb-68c19ec51a3f" providerId="ADAL" clId="{8658DE64-B7D7-4536-8221-31150EAE752F}" dt="2025-04-29T16:24:25.334" v="604" actId="20577"/>
          <ac:spMkLst>
            <pc:docMk/>
            <pc:sldMk cId="189899102" sldId="306"/>
            <ac:spMk id="5" creationId="{1EFE903C-DA31-8F9B-2190-C95FB75F532B}"/>
          </ac:spMkLst>
        </pc:spChg>
      </pc:sldChg>
      <pc:sldChg chg="modSp mod">
        <pc:chgData name="Lilian Muniz Alvarez" userId="1b5857c3-aaed-463a-abcb-68c19ec51a3f" providerId="ADAL" clId="{8658DE64-B7D7-4536-8221-31150EAE752F}" dt="2025-04-29T16:25:56.591" v="631" actId="20577"/>
        <pc:sldMkLst>
          <pc:docMk/>
          <pc:sldMk cId="530254797" sldId="307"/>
        </pc:sldMkLst>
        <pc:spChg chg="mod">
          <ac:chgData name="Lilian Muniz Alvarez" userId="1b5857c3-aaed-463a-abcb-68c19ec51a3f" providerId="ADAL" clId="{8658DE64-B7D7-4536-8221-31150EAE752F}" dt="2025-04-29T16:24:32.140" v="606" actId="27636"/>
          <ac:spMkLst>
            <pc:docMk/>
            <pc:sldMk cId="530254797" sldId="307"/>
            <ac:spMk id="2" creationId="{5A4FFAE9-ED2A-E343-B2D8-3BE3D9E4EE8E}"/>
          </ac:spMkLst>
        </pc:spChg>
        <pc:spChg chg="mod">
          <ac:chgData name="Lilian Muniz Alvarez" userId="1b5857c3-aaed-463a-abcb-68c19ec51a3f" providerId="ADAL" clId="{8658DE64-B7D7-4536-8221-31150EAE752F}" dt="2025-04-29T16:25:56.591" v="631" actId="20577"/>
          <ac:spMkLst>
            <pc:docMk/>
            <pc:sldMk cId="530254797" sldId="307"/>
            <ac:spMk id="8" creationId="{2C0A3F74-0A49-3A27-865E-4686D55DE734}"/>
          </ac:spMkLst>
        </pc:spChg>
      </pc:sldChg>
      <pc:sldChg chg="modSp mod">
        <pc:chgData name="Lilian Muniz Alvarez" userId="1b5857c3-aaed-463a-abcb-68c19ec51a3f" providerId="ADAL" clId="{8658DE64-B7D7-4536-8221-31150EAE752F}" dt="2025-04-29T16:26:27.699" v="641" actId="20577"/>
        <pc:sldMkLst>
          <pc:docMk/>
          <pc:sldMk cId="2053899581" sldId="308"/>
        </pc:sldMkLst>
        <pc:spChg chg="mod">
          <ac:chgData name="Lilian Muniz Alvarez" userId="1b5857c3-aaed-463a-abcb-68c19ec51a3f" providerId="ADAL" clId="{8658DE64-B7D7-4536-8221-31150EAE752F}" dt="2025-04-29T16:26:27.699" v="641" actId="20577"/>
          <ac:spMkLst>
            <pc:docMk/>
            <pc:sldMk cId="2053899581" sldId="308"/>
            <ac:spMk id="2" creationId="{667E9659-6D5C-DC45-6F2C-5DB14CD07C23}"/>
          </ac:spMkLst>
        </pc:spChg>
      </pc:sldChg>
      <pc:sldChg chg="addSp modSp mod">
        <pc:chgData name="Lilian Muniz Alvarez" userId="1b5857c3-aaed-463a-abcb-68c19ec51a3f" providerId="ADAL" clId="{8658DE64-B7D7-4536-8221-31150EAE752F}" dt="2025-04-29T15:48:34.790" v="155" actId="14100"/>
        <pc:sldMkLst>
          <pc:docMk/>
          <pc:sldMk cId="2413359470" sldId="310"/>
        </pc:sldMkLst>
        <pc:spChg chg="add mod">
          <ac:chgData name="Lilian Muniz Alvarez" userId="1b5857c3-aaed-463a-abcb-68c19ec51a3f" providerId="ADAL" clId="{8658DE64-B7D7-4536-8221-31150EAE752F}" dt="2025-04-29T15:48:34.790" v="155" actId="14100"/>
          <ac:spMkLst>
            <pc:docMk/>
            <pc:sldMk cId="2413359470" sldId="310"/>
            <ac:spMk id="3" creationId="{DB980CE2-5AA9-E148-A60A-6C389F25E498}"/>
          </ac:spMkLst>
        </pc:spChg>
        <pc:spChg chg="mod">
          <ac:chgData name="Lilian Muniz Alvarez" userId="1b5857c3-aaed-463a-abcb-68c19ec51a3f" providerId="ADAL" clId="{8658DE64-B7D7-4536-8221-31150EAE752F}" dt="2025-04-29T15:44:08.535" v="113" actId="115"/>
          <ac:spMkLst>
            <pc:docMk/>
            <pc:sldMk cId="2413359470" sldId="310"/>
            <ac:spMk id="9" creationId="{1EB5D8CD-247D-F603-097B-58080C78135B}"/>
          </ac:spMkLst>
        </pc:spChg>
      </pc:sldChg>
    </pc:docChg>
  </pc:docChgLst>
  <pc:docChgLst>
    <pc:chgData name="Lilian Muniz Alvarez" userId="1b5857c3-aaed-463a-abcb-68c19ec51a3f" providerId="ADAL" clId="{2CEC49DF-931C-49F4-B27B-45915AB6F296}"/>
    <pc:docChg chg="custSel delSld modSld">
      <pc:chgData name="Lilian Muniz Alvarez" userId="1b5857c3-aaed-463a-abcb-68c19ec51a3f" providerId="ADAL" clId="{2CEC49DF-931C-49F4-B27B-45915AB6F296}" dt="2025-04-29T18:34:08.692" v="7" actId="20577"/>
      <pc:docMkLst>
        <pc:docMk/>
      </pc:docMkLst>
      <pc:sldChg chg="modSp mod">
        <pc:chgData name="Lilian Muniz Alvarez" userId="1b5857c3-aaed-463a-abcb-68c19ec51a3f" providerId="ADAL" clId="{2CEC49DF-931C-49F4-B27B-45915AB6F296}" dt="2025-04-29T18:30:31.617" v="2" actId="6549"/>
        <pc:sldMkLst>
          <pc:docMk/>
          <pc:sldMk cId="3851265244" sldId="285"/>
        </pc:sldMkLst>
        <pc:spChg chg="mod">
          <ac:chgData name="Lilian Muniz Alvarez" userId="1b5857c3-aaed-463a-abcb-68c19ec51a3f" providerId="ADAL" clId="{2CEC49DF-931C-49F4-B27B-45915AB6F296}" dt="2025-04-29T18:30:31.617" v="2" actId="6549"/>
          <ac:spMkLst>
            <pc:docMk/>
            <pc:sldMk cId="3851265244" sldId="285"/>
            <ac:spMk id="7" creationId="{15982EC1-F586-440D-064C-0068F6636109}"/>
          </ac:spMkLst>
        </pc:spChg>
      </pc:sldChg>
      <pc:sldChg chg="modSp mod">
        <pc:chgData name="Lilian Muniz Alvarez" userId="1b5857c3-aaed-463a-abcb-68c19ec51a3f" providerId="ADAL" clId="{2CEC49DF-931C-49F4-B27B-45915AB6F296}" dt="2025-04-29T18:34:08.692" v="7" actId="20577"/>
        <pc:sldMkLst>
          <pc:docMk/>
          <pc:sldMk cId="3933257457" sldId="291"/>
        </pc:sldMkLst>
        <pc:spChg chg="mod">
          <ac:chgData name="Lilian Muniz Alvarez" userId="1b5857c3-aaed-463a-abcb-68c19ec51a3f" providerId="ADAL" clId="{2CEC49DF-931C-49F4-B27B-45915AB6F296}" dt="2025-04-29T18:34:08.692" v="7" actId="20577"/>
          <ac:spMkLst>
            <pc:docMk/>
            <pc:sldMk cId="3933257457" sldId="291"/>
            <ac:spMk id="7" creationId="{1340AD54-F86B-13F6-9BEC-BD3EBC0A68C9}"/>
          </ac:spMkLst>
        </pc:spChg>
      </pc:sldChg>
      <pc:sldChg chg="del">
        <pc:chgData name="Lilian Muniz Alvarez" userId="1b5857c3-aaed-463a-abcb-68c19ec51a3f" providerId="ADAL" clId="{2CEC49DF-931C-49F4-B27B-45915AB6F296}" dt="2025-04-29T18:24:34.834" v="1" actId="2696"/>
        <pc:sldMkLst>
          <pc:docMk/>
          <pc:sldMk cId="302839258" sldId="293"/>
        </pc:sldMkLst>
      </pc:sldChg>
      <pc:sldChg chg="del">
        <pc:chgData name="Lilian Muniz Alvarez" userId="1b5857c3-aaed-463a-abcb-68c19ec51a3f" providerId="ADAL" clId="{2CEC49DF-931C-49F4-B27B-45915AB6F296}" dt="2025-04-29T18:24:16.999" v="0" actId="2696"/>
        <pc:sldMkLst>
          <pc:docMk/>
          <pc:sldMk cId="201523123"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5CE40A-0DC7-4F10-891A-E992B1B4DBFB}" type="datetimeFigureOut">
              <a:rPr lang="en-US" smtClean="0"/>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1448E-B619-40C0-921F-2260E33BA713}" type="slidenum">
              <a:rPr lang="en-US" smtClean="0"/>
              <a:t>‹#›</a:t>
            </a:fld>
            <a:endParaRPr lang="en-US"/>
          </a:p>
        </p:txBody>
      </p:sp>
    </p:spTree>
    <p:extLst>
      <p:ext uri="{BB962C8B-B14F-4D97-AF65-F5344CB8AC3E}">
        <p14:creationId xmlns:p14="http://schemas.microsoft.com/office/powerpoint/2010/main" val="1686325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D1448E-B619-40C0-921F-2260E33BA713}" type="slidenum">
              <a:rPr lang="en-US" smtClean="0"/>
              <a:t>2</a:t>
            </a:fld>
            <a:endParaRPr lang="en-US"/>
          </a:p>
        </p:txBody>
      </p:sp>
    </p:spTree>
    <p:extLst>
      <p:ext uri="{BB962C8B-B14F-4D97-AF65-F5344CB8AC3E}">
        <p14:creationId xmlns:p14="http://schemas.microsoft.com/office/powerpoint/2010/main" val="15594828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Slide">
    <p:bg>
      <p:bgPr>
        <a:solidFill>
          <a:schemeClr val="bg1"/>
        </a:solidFill>
        <a:effectLst/>
      </p:bgPr>
    </p:bg>
    <p:spTree>
      <p:nvGrpSpPr>
        <p:cNvPr id="1" name=""/>
        <p:cNvGrpSpPr/>
        <p:nvPr/>
      </p:nvGrpSpPr>
      <p:grpSpPr>
        <a:xfrm>
          <a:off x="0" y="0"/>
          <a:ext cx="0" cy="0"/>
          <a:chOff x="0" y="0"/>
          <a:chExt cx="0" cy="0"/>
        </a:xfrm>
      </p:grpSpPr>
      <p:pic>
        <p:nvPicPr>
          <p:cNvPr id="27" name="Picture 26" descr="A picture containing monitor, sitting, blue, large&#10;&#10;Description automatically generated">
            <a:extLst>
              <a:ext uri="{FF2B5EF4-FFF2-40B4-BE49-F238E27FC236}">
                <a16:creationId xmlns:a16="http://schemas.microsoft.com/office/drawing/2014/main" id="{E6455529-7BB0-8440-A86E-F74C96420EEC}"/>
              </a:ext>
            </a:extLst>
          </p:cNvPr>
          <p:cNvPicPr>
            <a:picLocks noChangeAspect="1"/>
          </p:cNvPicPr>
          <p:nvPr userDrawn="1"/>
        </p:nvPicPr>
        <p:blipFill>
          <a:blip r:embed="rId2"/>
          <a:stretch>
            <a:fillRect/>
          </a:stretch>
        </p:blipFill>
        <p:spPr>
          <a:xfrm>
            <a:off x="0" y="1"/>
            <a:ext cx="12191999" cy="6857999"/>
          </a:xfrm>
          <a:prstGeom prst="rect">
            <a:avLst/>
          </a:prstGeom>
        </p:spPr>
      </p:pic>
      <p:sp>
        <p:nvSpPr>
          <p:cNvPr id="6" name="Text Placeholder 5"/>
          <p:cNvSpPr>
            <a:spLocks noGrp="1"/>
          </p:cNvSpPr>
          <p:nvPr>
            <p:ph type="body" sz="quarter" idx="10" hasCustomPrompt="1"/>
          </p:nvPr>
        </p:nvSpPr>
        <p:spPr>
          <a:xfrm>
            <a:off x="895676" y="1332224"/>
            <a:ext cx="9296400" cy="1583501"/>
          </a:xfrm>
          <a:prstGeom prst="rect">
            <a:avLst/>
          </a:prstGeom>
          <a:ln>
            <a:noFill/>
          </a:ln>
        </p:spPr>
        <p:txBody>
          <a:bodyPr>
            <a:normAutofit/>
          </a:bodyPr>
          <a:lstStyle>
            <a:lvl1pPr marL="0" indent="0">
              <a:lnSpc>
                <a:spcPct val="100000"/>
              </a:lnSpc>
              <a:spcBef>
                <a:spcPts val="500"/>
              </a:spcBef>
              <a:buNone/>
              <a:defRPr lang="en-US" sz="4000" b="1" i="0" kern="1200" baseline="0" dirty="0" smtClean="0">
                <a:solidFill>
                  <a:schemeClr val="bg1"/>
                </a:solidFill>
                <a:latin typeface="Source Sans Pro Black" panose="020B0503030403020204" pitchFamily="34" charset="77"/>
                <a:ea typeface="+mn-ea"/>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748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pic>
        <p:nvPicPr>
          <p:cNvPr id="17" name="Picture 16">
            <a:extLst>
              <a:ext uri="{FF2B5EF4-FFF2-40B4-BE49-F238E27FC236}">
                <a16:creationId xmlns:a16="http://schemas.microsoft.com/office/drawing/2014/main" id="{0B627755-B683-4B4C-9B5D-F7912DFA94BE}"/>
              </a:ext>
            </a:extLst>
          </p:cNvPr>
          <p:cNvPicPr>
            <a:picLocks noChangeAspect="1"/>
          </p:cNvPicPr>
          <p:nvPr userDrawn="1"/>
        </p:nvPicPr>
        <p:blipFill>
          <a:blip r:embed="rId2"/>
          <a:srcRect/>
          <a:stretch/>
        </p:blipFill>
        <p:spPr>
          <a:xfrm>
            <a:off x="10124966" y="6438398"/>
            <a:ext cx="1998330" cy="198051"/>
          </a:xfrm>
          <a:prstGeom prst="rect">
            <a:avLst/>
          </a:prstGeom>
        </p:spPr>
      </p:pic>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spTree>
    <p:extLst>
      <p:ext uri="{BB962C8B-B14F-4D97-AF65-F5344CB8AC3E}">
        <p14:creationId xmlns:p14="http://schemas.microsoft.com/office/powerpoint/2010/main" val="6719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75E2104-0D36-8445-A73D-598F8395A58A}"/>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4227945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11" name="Rectangle 10">
            <a:extLst>
              <a:ext uri="{FF2B5EF4-FFF2-40B4-BE49-F238E27FC236}">
                <a16:creationId xmlns:a16="http://schemas.microsoft.com/office/drawing/2014/main" id="{0F7C4750-560E-244A-AE57-F3F35DCC009F}"/>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AA8AEB-B2A9-FE41-ACF0-80CB6A291E45}"/>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49A7118-135E-1D4E-A16A-51DD11C5B4D7}"/>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D613B96-A1C0-C847-A8F4-11AE93910F6E}"/>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358946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chemeClr val="bg1"/>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10" name="Rectangle 9">
            <a:extLst>
              <a:ext uri="{FF2B5EF4-FFF2-40B4-BE49-F238E27FC236}">
                <a16:creationId xmlns:a16="http://schemas.microsoft.com/office/drawing/2014/main" id="{2741DFF3-736B-C14F-8CC0-3F54A80745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1E9B72-E99F-9C4B-AE2C-FAAF193F080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2150652-EB18-8B4D-942D-AD3CB0B4E8B0}"/>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E74ED94-4A4D-D649-93EF-B5927C93DA1E}"/>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374813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Photo_Header + SubHeader + Content">
    <p:spTree>
      <p:nvGrpSpPr>
        <p:cNvPr id="1" name=""/>
        <p:cNvGrpSpPr/>
        <p:nvPr/>
      </p:nvGrpSpPr>
      <p:grpSpPr>
        <a:xfrm>
          <a:off x="0" y="0"/>
          <a:ext cx="0" cy="0"/>
          <a:chOff x="0" y="0"/>
          <a:chExt cx="0" cy="0"/>
        </a:xfrm>
      </p:grpSpPr>
      <p:pic>
        <p:nvPicPr>
          <p:cNvPr id="11" name="Picture 10" descr="A person preparing food in a kitchen&#10;&#10;Description automatically generated">
            <a:extLst>
              <a:ext uri="{FF2B5EF4-FFF2-40B4-BE49-F238E27FC236}">
                <a16:creationId xmlns:a16="http://schemas.microsoft.com/office/drawing/2014/main" id="{A4B4F180-388D-2040-A6BC-51444EF00F2E}"/>
              </a:ext>
            </a:extLst>
          </p:cNvPr>
          <p:cNvPicPr>
            <a:picLocks noChangeAspect="1"/>
          </p:cNvPicPr>
          <p:nvPr userDrawn="1"/>
        </p:nvPicPr>
        <p:blipFill>
          <a:blip r:embed="rId2"/>
          <a:stretch>
            <a:fillRect/>
          </a:stretch>
        </p:blipFill>
        <p:spPr>
          <a:xfrm>
            <a:off x="-1" y="-1"/>
            <a:ext cx="5565913" cy="6830893"/>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3D6A0D4-44A0-6D42-9D31-1F086FE5C4E2}"/>
              </a:ext>
            </a:extLst>
          </p:cNvPr>
          <p:cNvPicPr>
            <a:picLocks noChangeAspect="1"/>
          </p:cNvPicPr>
          <p:nvPr userDrawn="1"/>
        </p:nvPicPr>
        <p:blipFill>
          <a:blip r:embed="rId3"/>
          <a:srcRect/>
          <a:stretch/>
        </p:blipFill>
        <p:spPr>
          <a:xfrm>
            <a:off x="10124966" y="6438398"/>
            <a:ext cx="1998330" cy="198051"/>
          </a:xfrm>
          <a:prstGeom prst="rect">
            <a:avLst/>
          </a:prstGeom>
        </p:spPr>
      </p:pic>
    </p:spTree>
    <p:extLst>
      <p:ext uri="{BB962C8B-B14F-4D97-AF65-F5344CB8AC3E}">
        <p14:creationId xmlns:p14="http://schemas.microsoft.com/office/powerpoint/2010/main" val="2147873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New Section Title Slide">
    <p:spTree>
      <p:nvGrpSpPr>
        <p:cNvPr id="1" name=""/>
        <p:cNvGrpSpPr/>
        <p:nvPr/>
      </p:nvGrpSpPr>
      <p:grpSpPr>
        <a:xfrm>
          <a:off x="0" y="0"/>
          <a:ext cx="0" cy="0"/>
          <a:chOff x="0" y="0"/>
          <a:chExt cx="0" cy="0"/>
        </a:xfrm>
      </p:grpSpPr>
      <p:pic>
        <p:nvPicPr>
          <p:cNvPr id="3" name="Picture 2" descr="A picture containing outdoor, building, snow, blue&#10;&#10;Description automatically generated">
            <a:extLst>
              <a:ext uri="{FF2B5EF4-FFF2-40B4-BE49-F238E27FC236}">
                <a16:creationId xmlns:a16="http://schemas.microsoft.com/office/drawing/2014/main" id="{B282C8EA-5F1E-1D48-86C6-85D123F4456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F0A4F06-8EBA-1F42-A4CA-108438E5F79E}"/>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4A2B40-45BE-8E4F-B44D-84AC00B1351D}"/>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938FF35-8F71-AC63-A2E1-30970E450B55}"/>
              </a:ext>
            </a:extLst>
          </p:cNvPr>
          <p:cNvSpPr/>
          <p:nvPr userDrawn="1"/>
        </p:nvSpPr>
        <p:spPr>
          <a:xfrm>
            <a:off x="9293078" y="-82064"/>
            <a:ext cx="2365609" cy="1414269"/>
          </a:xfrm>
          <a:prstGeom prst="rect">
            <a:avLst/>
          </a:prstGeom>
          <a:solidFill>
            <a:srgbClr val="1D5693"/>
          </a:solidFill>
          <a:ln>
            <a:noFill/>
          </a:ln>
          <a:effectLst>
            <a:outerShdw blurRad="198989" dist="161908" dir="2700000" sx="87278" sy="87278"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and white logo&#10;&#10;Description automatically generated with medium confidence">
            <a:extLst>
              <a:ext uri="{FF2B5EF4-FFF2-40B4-BE49-F238E27FC236}">
                <a16:creationId xmlns:a16="http://schemas.microsoft.com/office/drawing/2014/main" id="{75848CF8-4F57-E041-512B-6A88CBFF8A11}"/>
              </a:ext>
            </a:extLst>
          </p:cNvPr>
          <p:cNvPicPr>
            <a:picLocks noChangeAspect="1"/>
          </p:cNvPicPr>
          <p:nvPr userDrawn="1"/>
        </p:nvPicPr>
        <p:blipFill>
          <a:blip r:embed="rId3"/>
          <a:stretch>
            <a:fillRect/>
          </a:stretch>
        </p:blipFill>
        <p:spPr>
          <a:xfrm>
            <a:off x="9623864" y="327716"/>
            <a:ext cx="1704036" cy="594708"/>
          </a:xfrm>
          <a:prstGeom prst="rect">
            <a:avLst/>
          </a:prstGeom>
        </p:spPr>
      </p:pic>
    </p:spTree>
    <p:extLst>
      <p:ext uri="{BB962C8B-B14F-4D97-AF65-F5344CB8AC3E}">
        <p14:creationId xmlns:p14="http://schemas.microsoft.com/office/powerpoint/2010/main" val="336893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New Section Title Slide">
    <p:spTree>
      <p:nvGrpSpPr>
        <p:cNvPr id="1" name=""/>
        <p:cNvGrpSpPr/>
        <p:nvPr/>
      </p:nvGrpSpPr>
      <p:grpSpPr>
        <a:xfrm>
          <a:off x="0" y="0"/>
          <a:ext cx="0" cy="0"/>
          <a:chOff x="0" y="0"/>
          <a:chExt cx="0" cy="0"/>
        </a:xfrm>
      </p:grpSpPr>
      <p:pic>
        <p:nvPicPr>
          <p:cNvPr id="3" name="Picture 2" descr="A picture containing outdoor, dark, street, light&#10;&#10;Description automatically generated">
            <a:extLst>
              <a:ext uri="{FF2B5EF4-FFF2-40B4-BE49-F238E27FC236}">
                <a16:creationId xmlns:a16="http://schemas.microsoft.com/office/drawing/2014/main" id="{A3B0E747-CA51-D047-8B49-4961FEC1FCB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F0A4F06-8EBA-1F42-A4CA-108438E5F79E}"/>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4A2B40-45BE-8E4F-B44D-84AC00B1351D}"/>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3B89157-34B5-8D41-A73A-04BD7A2BF8F8}"/>
              </a:ext>
            </a:extLst>
          </p:cNvPr>
          <p:cNvPicPr>
            <a:picLocks noChangeAspect="1"/>
          </p:cNvPicPr>
          <p:nvPr userDrawn="1"/>
        </p:nvPicPr>
        <p:blipFill>
          <a:blip r:embed="rId3"/>
          <a:srcRect/>
          <a:stretch/>
        </p:blipFill>
        <p:spPr>
          <a:xfrm>
            <a:off x="10124966" y="6438398"/>
            <a:ext cx="1998330" cy="198051"/>
          </a:xfrm>
          <a:prstGeom prst="rect">
            <a:avLst/>
          </a:prstGeom>
        </p:spPr>
      </p:pic>
    </p:spTree>
    <p:extLst>
      <p:ext uri="{BB962C8B-B14F-4D97-AF65-F5344CB8AC3E}">
        <p14:creationId xmlns:p14="http://schemas.microsoft.com/office/powerpoint/2010/main" val="2283480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2" name="Picture 11">
            <a:extLst>
              <a:ext uri="{FF2B5EF4-FFF2-40B4-BE49-F238E27FC236}">
                <a16:creationId xmlns:a16="http://schemas.microsoft.com/office/drawing/2014/main" id="{F604BBE9-C4E4-F34B-9A2F-21434B3046DF}"/>
              </a:ext>
            </a:extLst>
          </p:cNvPr>
          <p:cNvPicPr>
            <a:picLocks noChangeAspect="1"/>
          </p:cNvPicPr>
          <p:nvPr userDrawn="1"/>
        </p:nvPicPr>
        <p:blipFill>
          <a:blip r:embed="rId2"/>
          <a:srcRect/>
          <a:stretch/>
        </p:blipFill>
        <p:spPr>
          <a:xfrm>
            <a:off x="10124966" y="6438398"/>
            <a:ext cx="1998330" cy="198051"/>
          </a:xfrm>
          <a:prstGeom prst="rect">
            <a:avLst/>
          </a:prstGeom>
        </p:spPr>
      </p:pic>
      <p:sp>
        <p:nvSpPr>
          <p:cNvPr id="13" name="Rectangle 12">
            <a:extLst>
              <a:ext uri="{FF2B5EF4-FFF2-40B4-BE49-F238E27FC236}">
                <a16:creationId xmlns:a16="http://schemas.microsoft.com/office/drawing/2014/main" id="{B8433BB8-F5AF-E546-BA6A-8981E092C0C3}"/>
              </a:ext>
            </a:extLst>
          </p:cNvPr>
          <p:cNvSpPr/>
          <p:nvPr userDrawn="1"/>
        </p:nvSpPr>
        <p:spPr>
          <a:xfrm>
            <a:off x="6096000" y="672872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285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BE3ED03-8CA9-C241-AF3B-D91DB66E68A2}"/>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C6352-EC83-F64A-BF9D-451B3C83E685}"/>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51D99A1-7A58-8D43-8DB8-59298842F869}"/>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86439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8" name="Rectangle 7">
            <a:extLst>
              <a:ext uri="{FF2B5EF4-FFF2-40B4-BE49-F238E27FC236}">
                <a16:creationId xmlns:a16="http://schemas.microsoft.com/office/drawing/2014/main" id="{DA9B00AA-0FF9-0249-8336-560EA490A063}"/>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5453096-0A61-7745-8C13-61A6B78ED5C8}"/>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7200F85-AF94-EE49-A33C-221F8E35A86B}"/>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09E5165-1B06-5646-B12C-B1A40C13B561}"/>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951205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chemeClr val="bg1"/>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7" name="Rectangle 6">
            <a:extLst>
              <a:ext uri="{FF2B5EF4-FFF2-40B4-BE49-F238E27FC236}">
                <a16:creationId xmlns:a16="http://schemas.microsoft.com/office/drawing/2014/main" id="{BEEB5CAD-B8D4-B148-BE50-3BE0146690E9}"/>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10911F-C1A2-2A40-8D56-DAB971D5BABB}"/>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5E65AC0-B4C9-BF4B-94B2-1E1D42DB1B39}"/>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2FD7C83-2A89-634C-AAD3-2787817A1DF6}"/>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1260101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3"/>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1BEF8D-7D90-074B-96EB-42106BF580A8}"/>
              </a:ext>
            </a:extLst>
          </p:cNvPr>
          <p:cNvPicPr>
            <a:picLocks noChangeAspect="1"/>
          </p:cNvPicPr>
          <p:nvPr userDrawn="1"/>
        </p:nvPicPr>
        <p:blipFill>
          <a:blip r:embed="rId3"/>
          <a:srcRect/>
          <a:stretch/>
        </p:blipFill>
        <p:spPr>
          <a:xfrm>
            <a:off x="10124966" y="6438398"/>
            <a:ext cx="1998330" cy="198051"/>
          </a:xfrm>
          <a:prstGeom prst="rect">
            <a:avLst/>
          </a:prstGeom>
        </p:spPr>
      </p:pic>
      <p:sp>
        <p:nvSpPr>
          <p:cNvPr id="10" name="Rectangle 9">
            <a:extLst>
              <a:ext uri="{FF2B5EF4-FFF2-40B4-BE49-F238E27FC236}">
                <a16:creationId xmlns:a16="http://schemas.microsoft.com/office/drawing/2014/main" id="{3254E9C4-8859-A240-BEE8-B3EA79F33D85}"/>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8016BA-9CEF-A448-B5C5-DFEE56CCC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8436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New Section Title Slide">
    <p:spTree>
      <p:nvGrpSpPr>
        <p:cNvPr id="1" name=""/>
        <p:cNvGrpSpPr/>
        <p:nvPr/>
      </p:nvGrpSpPr>
      <p:grpSpPr>
        <a:xfrm>
          <a:off x="0" y="0"/>
          <a:ext cx="0" cy="0"/>
          <a:chOff x="0" y="0"/>
          <a:chExt cx="0" cy="0"/>
        </a:xfrm>
      </p:grpSpPr>
      <p:pic>
        <p:nvPicPr>
          <p:cNvPr id="11" name="Picture 10" descr="A close up of a window&#10;&#10;Description automatically generated">
            <a:extLst>
              <a:ext uri="{FF2B5EF4-FFF2-40B4-BE49-F238E27FC236}">
                <a16:creationId xmlns:a16="http://schemas.microsoft.com/office/drawing/2014/main" id="{A01073C3-A7BD-614E-9568-43A54BD4119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987D132-1773-194B-A717-94CBCD72EBC2}"/>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F8A360-F8CC-4046-B4D9-65248BF69AC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C35BE3-E280-214B-9635-55B753F08710}"/>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4016059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3" name="Picture 12">
            <a:extLst>
              <a:ext uri="{FF2B5EF4-FFF2-40B4-BE49-F238E27FC236}">
                <a16:creationId xmlns:a16="http://schemas.microsoft.com/office/drawing/2014/main" id="{AAEACCFB-6408-DF47-BC51-67F701FA1519}"/>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665739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1BB997B-AD1A-914C-8EA8-19A938D5A3C7}"/>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EBCC5D5-88A5-7C49-B1DB-EA420CE0E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0DD219A-348C-C64F-B714-537B7DFD2DA2}"/>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597887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9" name="Rectangle 8">
            <a:extLst>
              <a:ext uri="{FF2B5EF4-FFF2-40B4-BE49-F238E27FC236}">
                <a16:creationId xmlns:a16="http://schemas.microsoft.com/office/drawing/2014/main" id="{08A9E4A5-825C-D64F-A759-9FFD95B12F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F7008F-4430-AF4F-BAF9-3463AFEB891F}"/>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661796-CB10-414A-8FAC-B71083FB1705}"/>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7F38ABC-D319-6B40-9279-A0EE8C5E4741}"/>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187731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rgbClr val="1D5693"/>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8" name="Rectangle 7">
            <a:extLst>
              <a:ext uri="{FF2B5EF4-FFF2-40B4-BE49-F238E27FC236}">
                <a16:creationId xmlns:a16="http://schemas.microsoft.com/office/drawing/2014/main" id="{833CA6DD-F837-424F-A29F-DA9222BB1DD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609045-6940-964F-BB2C-6E69BF86AE3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7DB1DE6-C56E-564B-A0BA-ABF811BCB8C9}"/>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C9803C-3F29-014D-A8AB-BBEB894374D1}"/>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443181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2"/>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650EEF8-BE73-C146-A0B7-E1CB452AE8D3}"/>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1850338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New Section 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01073C3-A7BD-614E-9568-43A54BD41197}"/>
              </a:ext>
            </a:extLst>
          </p:cNvPr>
          <p:cNvPicPr>
            <a:picLocks noChangeAspect="1"/>
          </p:cNvPicPr>
          <p:nvPr userDrawn="1"/>
        </p:nvPicPr>
        <p:blipFill>
          <a:blip r:embed="rId2"/>
          <a:src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987D132-1773-194B-A717-94CBCD72EBC2}"/>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F8A360-F8CC-4046-B4D9-65248BF69AC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C5528A4-96F6-B644-9D33-7280E8535D90}"/>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24090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3" name="Picture 12">
            <a:extLst>
              <a:ext uri="{FF2B5EF4-FFF2-40B4-BE49-F238E27FC236}">
                <a16:creationId xmlns:a16="http://schemas.microsoft.com/office/drawing/2014/main" id="{5C7F8D02-BADA-A449-9A82-0C195103636B}"/>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8334462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1BB997B-AD1A-914C-8EA8-19A938D5A3C7}"/>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EBCC5D5-88A5-7C49-B1DB-EA420CE0E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839DD20-4F26-A043-B2AD-C41C16191467}"/>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1634030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9" name="Rectangle 8">
            <a:extLst>
              <a:ext uri="{FF2B5EF4-FFF2-40B4-BE49-F238E27FC236}">
                <a16:creationId xmlns:a16="http://schemas.microsoft.com/office/drawing/2014/main" id="{08A9E4A5-825C-D64F-A759-9FFD95B12F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F7008F-4430-AF4F-BAF9-3463AFEB891F}"/>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661796-CB10-414A-8FAC-B71083FB1705}"/>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8835758-25F5-DB42-9DE0-884D28591C69}"/>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8257662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rgbClr val="1D5693"/>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8" name="Rectangle 7">
            <a:extLst>
              <a:ext uri="{FF2B5EF4-FFF2-40B4-BE49-F238E27FC236}">
                <a16:creationId xmlns:a16="http://schemas.microsoft.com/office/drawing/2014/main" id="{833CA6DD-F837-424F-A29F-DA9222BB1DD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609045-6940-964F-BB2C-6E69BF86AE3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7DB1DE6-C56E-564B-A0BA-ABF811BCB8C9}"/>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BEBC213-A263-404E-8F55-BC43474FAF5F}"/>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3457569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2"/>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A656BC9-EAEE-8044-AB29-C90FAA2926C8}"/>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2267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569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009823"/>
      </p:ext>
    </p:extLst>
  </p:cSld>
  <p:clrMap bg1="lt1" tx1="dk1" bg2="lt2" tx2="dk2" accent1="accent1" accent2="accent2" accent3="accent3" accent4="accent4" accent5="accent5" accent6="accent6" hlink="hlink" folHlink="folHlink"/>
  <p:sldLayoutIdLst>
    <p:sldLayoutId id="2147483650" r:id="rId1"/>
    <p:sldLayoutId id="2147483670" r:id="rId2"/>
    <p:sldLayoutId id="2147483651" r:id="rId3"/>
    <p:sldLayoutId id="2147483652" r:id="rId4"/>
    <p:sldLayoutId id="2147483653" r:id="rId5"/>
    <p:sldLayoutId id="2147483674" r:id="rId6"/>
    <p:sldLayoutId id="2147483664"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402D7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9285306"/>
      </p:ext>
    </p:extLst>
  </p:cSld>
  <p:clrMap bg1="lt1" tx1="dk1" bg2="lt2" tx2="dk2" accent1="accent1" accent2="accent2" accent3="accent3" accent4="accent4" accent5="accent5" accent6="accent6" hlink="hlink" folHlink="folHlink"/>
  <p:sldLayoutIdLst>
    <p:sldLayoutId id="2147483655" r:id="rId1"/>
    <p:sldLayoutId id="2147483671" r:id="rId2"/>
    <p:sldLayoutId id="2147483656" r:id="rId3"/>
    <p:sldLayoutId id="2147483657" r:id="rId4"/>
    <p:sldLayoutId id="2147483658" r:id="rId5"/>
    <p:sldLayoutId id="214748367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2F0F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624334"/>
      </p:ext>
    </p:extLst>
  </p:cSld>
  <p:clrMap bg1="lt1" tx1="dk1" bg2="lt2" tx2="dk2" accent1="accent1" accent2="accent2" accent3="accent3" accent4="accent4" accent5="accent5" accent6="accent6" hlink="hlink" folHlink="folHlink"/>
  <p:sldLayoutIdLst>
    <p:sldLayoutId id="2147483666" r:id="rId1"/>
    <p:sldLayoutId id="2147483672" r:id="rId2"/>
    <p:sldLayoutId id="2147483667" r:id="rId3"/>
    <p:sldLayoutId id="2147483668" r:id="rId4"/>
    <p:sldLayoutId id="2147483669" r:id="rId5"/>
    <p:sldLayoutId id="214748367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961287"/>
      </p:ext>
    </p:extLst>
  </p:cSld>
  <p:clrMap bg1="lt1" tx1="dk1" bg2="lt2" tx2="dk2" accent1="accent1" accent2="accent2" accent3="accent3" accent4="accent4" accent5="accent5" accent6="accent6" hlink="hlink" folHlink="folHlink"/>
  <p:sldLayoutIdLst>
    <p:sldLayoutId id="2147483660" r:id="rId1"/>
    <p:sldLayoutId id="2147483673" r:id="rId2"/>
    <p:sldLayoutId id="2147483661" r:id="rId3"/>
    <p:sldLayoutId id="2147483662" r:id="rId4"/>
    <p:sldLayoutId id="2147483663" r:id="rId5"/>
    <p:sldLayoutId id="214748367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hyperlink" Target="https://climatecenter.fsu.edu/climate-data-access-tools/downloadable-data"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limatecenter.fsu.edu/climate-data-access-tools/downloadable-data" TargetMode="External"/><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651341-2FEF-85D8-40EB-A1021C0720C6}"/>
              </a:ext>
            </a:extLst>
          </p:cNvPr>
          <p:cNvSpPr txBox="1">
            <a:spLocks/>
          </p:cNvSpPr>
          <p:nvPr/>
        </p:nvSpPr>
        <p:spPr>
          <a:xfrm>
            <a:off x="704850" y="1369181"/>
            <a:ext cx="10782300" cy="3352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solidFill>
                  <a:schemeClr val="bg1"/>
                </a:solidFill>
              </a:rPr>
              <a:t>FPL Project Presentation</a:t>
            </a:r>
            <a:br>
              <a:rPr lang="en-US" sz="6000" dirty="0">
                <a:solidFill>
                  <a:schemeClr val="bg1"/>
                </a:solidFill>
              </a:rPr>
            </a:br>
            <a:endParaRPr lang="en-US" sz="6000" dirty="0">
              <a:solidFill>
                <a:schemeClr val="bg1"/>
              </a:solidFill>
            </a:endParaRPr>
          </a:p>
          <a:p>
            <a:r>
              <a:rPr lang="en-US" sz="5400" dirty="0">
                <a:solidFill>
                  <a:schemeClr val="bg1"/>
                </a:solidFill>
              </a:rPr>
              <a:t>Correlation Analysis and</a:t>
            </a:r>
            <a:r>
              <a:rPr lang="en-US" sz="6000" dirty="0">
                <a:solidFill>
                  <a:schemeClr val="bg1"/>
                </a:solidFill>
              </a:rPr>
              <a:t> </a:t>
            </a:r>
            <a:r>
              <a:rPr lang="en-US" sz="5400" dirty="0">
                <a:solidFill>
                  <a:schemeClr val="bg1"/>
                </a:solidFill>
              </a:rPr>
              <a:t>Simple Linear Regression Models</a:t>
            </a:r>
            <a:endParaRPr lang="en-US" sz="6000" dirty="0">
              <a:solidFill>
                <a:schemeClr val="bg1"/>
              </a:solidFill>
            </a:endParaRPr>
          </a:p>
          <a:p>
            <a:endParaRPr lang="en-US" sz="6000" dirty="0">
              <a:solidFill>
                <a:schemeClr val="bg1"/>
              </a:solidFill>
            </a:endParaRPr>
          </a:p>
        </p:txBody>
      </p:sp>
      <p:sp>
        <p:nvSpPr>
          <p:cNvPr id="4" name="Subtitle 2">
            <a:extLst>
              <a:ext uri="{FF2B5EF4-FFF2-40B4-BE49-F238E27FC236}">
                <a16:creationId xmlns:a16="http://schemas.microsoft.com/office/drawing/2014/main" id="{D89DDE4F-89FE-6EA0-49EF-F85A4B2767F1}"/>
              </a:ext>
            </a:extLst>
          </p:cNvPr>
          <p:cNvSpPr txBox="1">
            <a:spLocks/>
          </p:cNvSpPr>
          <p:nvPr/>
        </p:nvSpPr>
        <p:spPr>
          <a:xfrm>
            <a:off x="704850" y="5144425"/>
            <a:ext cx="9228201" cy="9207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solidFill>
                  <a:schemeClr val="bg1"/>
                </a:solidFill>
              </a:rPr>
              <a:t>By Guillermo Bonilla </a:t>
            </a:r>
          </a:p>
        </p:txBody>
      </p:sp>
    </p:spTree>
    <p:extLst>
      <p:ext uri="{BB962C8B-B14F-4D97-AF65-F5344CB8AC3E}">
        <p14:creationId xmlns:p14="http://schemas.microsoft.com/office/powerpoint/2010/main" val="256814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D137F1-0A73-114E-BD86-4B52CA396A45}"/>
              </a:ext>
            </a:extLst>
          </p:cNvPr>
          <p:cNvSpPr>
            <a:spLocks noGrp="1"/>
          </p:cNvSpPr>
          <p:nvPr>
            <p:ph type="body" sz="quarter" idx="10"/>
          </p:nvPr>
        </p:nvSpPr>
        <p:spPr>
          <a:xfrm>
            <a:off x="917447" y="401111"/>
            <a:ext cx="9296400" cy="2641756"/>
          </a:xfrm>
        </p:spPr>
        <p:txBody>
          <a:bodyPr/>
          <a:lstStyle/>
          <a:p>
            <a:r>
              <a:rPr lang="en-US" dirty="0"/>
              <a:t>Primary Objective</a:t>
            </a:r>
          </a:p>
        </p:txBody>
      </p:sp>
      <p:sp>
        <p:nvSpPr>
          <p:cNvPr id="4" name="TextBox 3">
            <a:extLst>
              <a:ext uri="{FF2B5EF4-FFF2-40B4-BE49-F238E27FC236}">
                <a16:creationId xmlns:a16="http://schemas.microsoft.com/office/drawing/2014/main" id="{B81FB0DF-8BAE-80CE-6335-4210F192AFC1}"/>
              </a:ext>
            </a:extLst>
          </p:cNvPr>
          <p:cNvSpPr txBox="1"/>
          <p:nvPr/>
        </p:nvSpPr>
        <p:spPr>
          <a:xfrm>
            <a:off x="917446" y="1721989"/>
            <a:ext cx="10564639" cy="4832092"/>
          </a:xfrm>
          <a:prstGeom prst="rect">
            <a:avLst/>
          </a:prstGeom>
          <a:noFill/>
        </p:spPr>
        <p:txBody>
          <a:bodyPr wrap="square">
            <a:spAutoFit/>
          </a:bodyPr>
          <a:lstStyle/>
          <a:p>
            <a:pPr marL="285750" indent="-285750">
              <a:buFont typeface="Arial" panose="020B0604020202020204" pitchFamily="34" charset="0"/>
              <a:buChar char="•"/>
            </a:pPr>
            <a:r>
              <a:rPr lang="en-US" sz="2800" dirty="0">
                <a:solidFill>
                  <a:schemeClr val="bg1"/>
                </a:solidFill>
                <a:latin typeface="Aptos (Body)"/>
              </a:rPr>
              <a:t>The primary objective of this study is to examine how weather variables influence the electrical demand within Florida Power &amp; Light’s (FPL) service territory. </a:t>
            </a:r>
          </a:p>
          <a:p>
            <a:pPr marL="285750" indent="-285750">
              <a:buFont typeface="Arial" panose="020B0604020202020204" pitchFamily="34" charset="0"/>
              <a:buChar char="•"/>
            </a:pPr>
            <a:endParaRPr lang="en-US" sz="2800" dirty="0">
              <a:solidFill>
                <a:schemeClr val="bg1"/>
              </a:solidFill>
              <a:latin typeface="Aptos (Body)"/>
            </a:endParaRPr>
          </a:p>
          <a:p>
            <a:pPr marL="285750" indent="-285750">
              <a:buFont typeface="Arial" panose="020B0604020202020204" pitchFamily="34" charset="0"/>
              <a:buChar char="•"/>
            </a:pPr>
            <a:r>
              <a:rPr lang="en-US" sz="2800" dirty="0">
                <a:solidFill>
                  <a:schemeClr val="bg1"/>
                </a:solidFill>
                <a:latin typeface="Aptos (Body)"/>
              </a:rPr>
              <a:t>By establishing a statistical relationship or correlation between meteorological factors and power usage, the project seeks to enhance forecasting accuracy and operational planning, particularly in an era marked by shifting climate patterns.</a:t>
            </a:r>
          </a:p>
          <a:p>
            <a:pPr marL="285750" indent="-285750">
              <a:buFont typeface="Arial" panose="020B0604020202020204" pitchFamily="34" charset="0"/>
              <a:buChar char="•"/>
            </a:pPr>
            <a:endParaRPr lang="en-US" sz="2800" dirty="0">
              <a:solidFill>
                <a:schemeClr val="bg1"/>
              </a:solidFill>
              <a:latin typeface="Aptos (Body)"/>
            </a:endParaRPr>
          </a:p>
          <a:p>
            <a:pPr marL="285750" indent="-285750">
              <a:buFont typeface="Arial" panose="020B0604020202020204" pitchFamily="34" charset="0"/>
              <a:buChar char="•"/>
            </a:pPr>
            <a:r>
              <a:rPr lang="en-US" sz="2800" dirty="0">
                <a:solidFill>
                  <a:schemeClr val="bg1"/>
                </a:solidFill>
                <a:latin typeface="Aptos (Body)"/>
              </a:rPr>
              <a:t>This study will work with two variables at a time, using correlation analysis and simple linear regression models. </a:t>
            </a:r>
            <a:endParaRPr lang="en-US" sz="2800" dirty="0">
              <a:solidFill>
                <a:schemeClr val="bg1"/>
              </a:solidFill>
            </a:endParaRPr>
          </a:p>
        </p:txBody>
      </p:sp>
    </p:spTree>
    <p:extLst>
      <p:ext uri="{BB962C8B-B14F-4D97-AF65-F5344CB8AC3E}">
        <p14:creationId xmlns:p14="http://schemas.microsoft.com/office/powerpoint/2010/main" val="197766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D231539-7565-FAB9-2C75-BAE2DF96EBC3}"/>
              </a:ext>
            </a:extLst>
          </p:cNvPr>
          <p:cNvSpPr txBox="1"/>
          <p:nvPr/>
        </p:nvSpPr>
        <p:spPr>
          <a:xfrm>
            <a:off x="555172" y="1480457"/>
            <a:ext cx="11386457" cy="4594912"/>
          </a:xfrm>
          <a:prstGeom prst="rect">
            <a:avLst/>
          </a:prstGeom>
          <a:noFill/>
        </p:spPr>
        <p:txBody>
          <a:bodyPr wrap="square">
            <a:spAutoFit/>
          </a:bodyPr>
          <a:lstStyle/>
          <a:p>
            <a:pPr marL="457200" lvl="0" indent="-457200" algn="l" rtl="0">
              <a:lnSpc>
                <a:spcPct val="115000"/>
              </a:lnSpc>
              <a:spcBef>
                <a:spcPts val="0"/>
              </a:spcBef>
              <a:spcAft>
                <a:spcPts val="0"/>
              </a:spcAft>
              <a:buClr>
                <a:schemeClr val="accent1"/>
              </a:buClr>
              <a:buSzPts val="1100"/>
              <a:buFont typeface="Arial" panose="020B0604020202020204" pitchFamily="34" charset="0"/>
              <a:buChar char="•"/>
            </a:pPr>
            <a:r>
              <a:rPr lang="en-US" sz="3200" dirty="0">
                <a:solidFill>
                  <a:schemeClr val="bg1"/>
                </a:solidFill>
                <a:latin typeface="Aptos (Body)"/>
              </a:rPr>
              <a:t>Correlation Analysis is a statistical technique used to analyze relationships between variables. It helps researchers to identify patterns and trends in data and make predictions based on the observed relationships.</a:t>
            </a:r>
          </a:p>
          <a:p>
            <a:pPr marL="457200" lvl="0" indent="-457200" algn="l" rtl="0">
              <a:lnSpc>
                <a:spcPct val="115000"/>
              </a:lnSpc>
              <a:spcBef>
                <a:spcPts val="0"/>
              </a:spcBef>
              <a:spcAft>
                <a:spcPts val="0"/>
              </a:spcAft>
              <a:buClr>
                <a:schemeClr val="accent1"/>
              </a:buClr>
              <a:buSzPts val="1100"/>
              <a:buFont typeface="Arial" panose="020B0604020202020204" pitchFamily="34" charset="0"/>
              <a:buChar char="•"/>
            </a:pPr>
            <a:r>
              <a:rPr lang="en-US" sz="3200" dirty="0">
                <a:solidFill>
                  <a:schemeClr val="bg1"/>
                </a:solidFill>
                <a:latin typeface="Aptos (Body)"/>
              </a:rPr>
              <a:t>A correlation exists between two variables when the values of one variable are somehow associated with the values of the other variables. </a:t>
            </a:r>
          </a:p>
          <a:p>
            <a:pPr lvl="0" algn="l" rtl="0">
              <a:lnSpc>
                <a:spcPct val="115000"/>
              </a:lnSpc>
              <a:spcBef>
                <a:spcPts val="0"/>
              </a:spcBef>
              <a:spcAft>
                <a:spcPts val="0"/>
              </a:spcAft>
              <a:buClr>
                <a:schemeClr val="accent1"/>
              </a:buClr>
              <a:buSzPts val="1100"/>
            </a:pPr>
            <a:endParaRPr lang="en-US" sz="3200" dirty="0">
              <a:solidFill>
                <a:schemeClr val="bg1"/>
              </a:solidFill>
              <a:latin typeface="Aptos (Body)"/>
            </a:endParaRPr>
          </a:p>
        </p:txBody>
      </p:sp>
      <p:sp>
        <p:nvSpPr>
          <p:cNvPr id="9" name="Title 1">
            <a:extLst>
              <a:ext uri="{FF2B5EF4-FFF2-40B4-BE49-F238E27FC236}">
                <a16:creationId xmlns:a16="http://schemas.microsoft.com/office/drawing/2014/main" id="{95E1D8FA-7649-1873-A92B-331234B575A3}"/>
              </a:ext>
            </a:extLst>
          </p:cNvPr>
          <p:cNvSpPr txBox="1">
            <a:spLocks/>
          </p:cNvSpPr>
          <p:nvPr/>
        </p:nvSpPr>
        <p:spPr>
          <a:xfrm>
            <a:off x="657224" y="499533"/>
            <a:ext cx="10772775" cy="9809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dirty="0">
                <a:solidFill>
                  <a:schemeClr val="bg1"/>
                </a:solidFill>
              </a:rPr>
              <a:t>Correlation Analysis</a:t>
            </a:r>
          </a:p>
        </p:txBody>
      </p:sp>
    </p:spTree>
    <p:extLst>
      <p:ext uri="{BB962C8B-B14F-4D97-AF65-F5344CB8AC3E}">
        <p14:creationId xmlns:p14="http://schemas.microsoft.com/office/powerpoint/2010/main" val="1022825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A50B98-2331-AFED-DEF3-8DF5912DE941}"/>
              </a:ext>
            </a:extLst>
          </p:cNvPr>
          <p:cNvSpPr>
            <a:spLocks noGrp="1"/>
          </p:cNvSpPr>
          <p:nvPr>
            <p:ph type="body" sz="quarter" idx="10"/>
          </p:nvPr>
        </p:nvSpPr>
        <p:spPr>
          <a:xfrm>
            <a:off x="1037191" y="630089"/>
            <a:ext cx="10912883" cy="991998"/>
          </a:xfrm>
        </p:spPr>
        <p:txBody>
          <a:bodyPr>
            <a:normAutofit fontScale="77500" lnSpcReduction="20000"/>
          </a:bodyPr>
          <a:lstStyle/>
          <a:p>
            <a:pPr algn="ctr"/>
            <a:r>
              <a:rPr lang="en-US" sz="6000" dirty="0"/>
              <a:t>Visualizing Correlation: Scatter Plots</a:t>
            </a:r>
          </a:p>
        </p:txBody>
      </p:sp>
      <p:sp>
        <p:nvSpPr>
          <p:cNvPr id="8" name="TextBox 7">
            <a:extLst>
              <a:ext uri="{FF2B5EF4-FFF2-40B4-BE49-F238E27FC236}">
                <a16:creationId xmlns:a16="http://schemas.microsoft.com/office/drawing/2014/main" id="{8E4240FC-0372-57BB-9FCF-4A4F1BAAB2E5}"/>
              </a:ext>
            </a:extLst>
          </p:cNvPr>
          <p:cNvSpPr txBox="1"/>
          <p:nvPr/>
        </p:nvSpPr>
        <p:spPr>
          <a:xfrm>
            <a:off x="5344888" y="1382992"/>
            <a:ext cx="6605186" cy="6407908"/>
          </a:xfrm>
          <a:prstGeom prst="rect">
            <a:avLst/>
          </a:prstGeom>
          <a:noFill/>
        </p:spPr>
        <p:txBody>
          <a:bodyPr wrap="square">
            <a:spAutoFit/>
          </a:bodyPr>
          <a:lstStyle/>
          <a:p>
            <a:pPr defTabSz="457200">
              <a:lnSpc>
                <a:spcPct val="100000"/>
              </a:lnSpc>
              <a:spcBef>
                <a:spcPct val="20000"/>
              </a:spcBef>
              <a:spcAft>
                <a:spcPts val="600"/>
              </a:spcAft>
              <a:buClr>
                <a:schemeClr val="accent1"/>
              </a:buClr>
              <a:buSzPct val="115000"/>
              <a:defRPr/>
            </a:pPr>
            <a:r>
              <a:rPr lang="en-US" sz="2800" dirty="0">
                <a:solidFill>
                  <a:schemeClr val="bg1"/>
                </a:solidFill>
              </a:rPr>
              <a:t>A </a:t>
            </a:r>
            <a:r>
              <a:rPr lang="en-US" sz="2800" b="1" dirty="0">
                <a:solidFill>
                  <a:schemeClr val="bg1"/>
                </a:solidFill>
              </a:rPr>
              <a:t>Scatter Plot </a:t>
            </a:r>
            <a:r>
              <a:rPr lang="en-US" sz="2800" dirty="0">
                <a:solidFill>
                  <a:schemeClr val="bg1"/>
                </a:solidFill>
              </a:rPr>
              <a:t>is a graphical representation used to display the relationship between two quantitative (numerical) variables, X and Y. </a:t>
            </a:r>
          </a:p>
          <a:p>
            <a:pPr marL="342900" indent="-342900" defTabSz="457200">
              <a:lnSpc>
                <a:spcPct val="100000"/>
              </a:lnSpc>
              <a:spcBef>
                <a:spcPct val="20000"/>
              </a:spcBef>
              <a:spcAft>
                <a:spcPts val="600"/>
              </a:spcAft>
              <a:buClr>
                <a:schemeClr val="accent1"/>
              </a:buClr>
              <a:buSzPct val="115000"/>
              <a:buFont typeface="Arial" panose="020B0604020202020204" pitchFamily="34" charset="0"/>
              <a:buChar char="•"/>
              <a:defRPr/>
            </a:pPr>
            <a:r>
              <a:rPr lang="en-US" sz="2800" dirty="0">
                <a:solidFill>
                  <a:schemeClr val="bg1"/>
                </a:solidFill>
              </a:rPr>
              <a:t>It consists of points (x , y). In a scatter plot, each data point represents a single observation or measurement for both variables.</a:t>
            </a:r>
          </a:p>
          <a:p>
            <a:pPr marL="342900" indent="-342900" defTabSz="457200">
              <a:lnSpc>
                <a:spcPct val="100000"/>
              </a:lnSpc>
              <a:spcBef>
                <a:spcPct val="20000"/>
              </a:spcBef>
              <a:spcAft>
                <a:spcPts val="600"/>
              </a:spcAft>
              <a:buClr>
                <a:schemeClr val="accent1"/>
              </a:buClr>
              <a:buSzPct val="115000"/>
              <a:buFont typeface="Arial" panose="020B0604020202020204" pitchFamily="34" charset="0"/>
              <a:buChar char="•"/>
              <a:defRPr/>
            </a:pPr>
            <a:r>
              <a:rPr lang="en-US" sz="2800" dirty="0">
                <a:solidFill>
                  <a:schemeClr val="bg1"/>
                </a:solidFill>
              </a:rPr>
              <a:t>Scatter plots are very useful for visually identifying patterns, trends, and relationships between variables.</a:t>
            </a:r>
          </a:p>
          <a:p>
            <a:pPr defTabSz="457200">
              <a:lnSpc>
                <a:spcPct val="100000"/>
              </a:lnSpc>
              <a:spcBef>
                <a:spcPct val="20000"/>
              </a:spcBef>
              <a:spcAft>
                <a:spcPts val="600"/>
              </a:spcAft>
              <a:buClr>
                <a:schemeClr val="accent1"/>
              </a:buClr>
              <a:buSzPct val="115000"/>
              <a:defRPr/>
            </a:pPr>
            <a:endParaRPr lang="en-US" sz="3600" dirty="0">
              <a:solidFill>
                <a:schemeClr val="bg1"/>
              </a:solidFill>
            </a:endParaRPr>
          </a:p>
          <a:p>
            <a:pPr marL="457200" lvl="0" indent="-457200" algn="l" rtl="0">
              <a:spcBef>
                <a:spcPts val="0"/>
              </a:spcBef>
              <a:spcAft>
                <a:spcPts val="0"/>
              </a:spcAft>
              <a:buClr>
                <a:schemeClr val="accent1"/>
              </a:buClr>
              <a:buSzPts val="1100"/>
              <a:buFont typeface="Arial" panose="020B0604020202020204" pitchFamily="34" charset="0"/>
              <a:buChar char="•"/>
            </a:pPr>
            <a:endParaRPr lang="en-US" sz="2800" dirty="0">
              <a:solidFill>
                <a:schemeClr val="bg1"/>
              </a:solidFill>
              <a:latin typeface="Aptos (Body)"/>
            </a:endParaRPr>
          </a:p>
        </p:txBody>
      </p:sp>
      <p:pic>
        <p:nvPicPr>
          <p:cNvPr id="3" name="Picture 2">
            <a:extLst>
              <a:ext uri="{FF2B5EF4-FFF2-40B4-BE49-F238E27FC236}">
                <a16:creationId xmlns:a16="http://schemas.microsoft.com/office/drawing/2014/main" id="{56371F18-043F-41D3-9590-BD91B72B7041}"/>
              </a:ext>
            </a:extLst>
          </p:cNvPr>
          <p:cNvPicPr>
            <a:picLocks noChangeAspect="1"/>
          </p:cNvPicPr>
          <p:nvPr/>
        </p:nvPicPr>
        <p:blipFill>
          <a:blip r:embed="rId2"/>
          <a:stretch>
            <a:fillRect/>
          </a:stretch>
        </p:blipFill>
        <p:spPr>
          <a:xfrm>
            <a:off x="1472308" y="4334444"/>
            <a:ext cx="2958597" cy="2259561"/>
          </a:xfrm>
          <a:prstGeom prst="rect">
            <a:avLst/>
          </a:prstGeom>
        </p:spPr>
      </p:pic>
      <p:pic>
        <p:nvPicPr>
          <p:cNvPr id="4" name="Picture 3">
            <a:extLst>
              <a:ext uri="{FF2B5EF4-FFF2-40B4-BE49-F238E27FC236}">
                <a16:creationId xmlns:a16="http://schemas.microsoft.com/office/drawing/2014/main" id="{24261AA3-471C-A625-FE52-66063DE907F6}"/>
              </a:ext>
            </a:extLst>
          </p:cNvPr>
          <p:cNvPicPr>
            <a:picLocks noChangeAspect="1"/>
          </p:cNvPicPr>
          <p:nvPr/>
        </p:nvPicPr>
        <p:blipFill>
          <a:blip r:embed="rId3"/>
          <a:stretch>
            <a:fillRect/>
          </a:stretch>
        </p:blipFill>
        <p:spPr>
          <a:xfrm>
            <a:off x="1510386" y="1285020"/>
            <a:ext cx="2923499" cy="2421277"/>
          </a:xfrm>
          <a:prstGeom prst="rect">
            <a:avLst/>
          </a:prstGeom>
        </p:spPr>
      </p:pic>
    </p:spTree>
    <p:extLst>
      <p:ext uri="{BB962C8B-B14F-4D97-AF65-F5344CB8AC3E}">
        <p14:creationId xmlns:p14="http://schemas.microsoft.com/office/powerpoint/2010/main" val="134439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5AEBB4-1E31-E6B8-BD47-5BE2D9E3ACC2}"/>
              </a:ext>
            </a:extLst>
          </p:cNvPr>
          <p:cNvSpPr>
            <a:spLocks noGrp="1"/>
          </p:cNvSpPr>
          <p:nvPr>
            <p:ph type="body" sz="quarter" idx="10"/>
          </p:nvPr>
        </p:nvSpPr>
        <p:spPr/>
        <p:txBody>
          <a:bodyPr>
            <a:normAutofit fontScale="92500" lnSpcReduction="20000"/>
          </a:bodyPr>
          <a:lstStyle/>
          <a:p>
            <a:pPr algn="ctr"/>
            <a:r>
              <a:rPr lang="en-US" sz="8000" cap="none" dirty="0"/>
              <a:t>Linear Correlation</a:t>
            </a:r>
            <a:endParaRPr lang="en-US" sz="6000" dirty="0"/>
          </a:p>
        </p:txBody>
      </p:sp>
      <p:sp>
        <p:nvSpPr>
          <p:cNvPr id="8" name="TextBox 7">
            <a:extLst>
              <a:ext uri="{FF2B5EF4-FFF2-40B4-BE49-F238E27FC236}">
                <a16:creationId xmlns:a16="http://schemas.microsoft.com/office/drawing/2014/main" id="{EFE50A24-AEED-F875-CA84-E69C64F1D7CF}"/>
              </a:ext>
            </a:extLst>
          </p:cNvPr>
          <p:cNvSpPr txBox="1"/>
          <p:nvPr/>
        </p:nvSpPr>
        <p:spPr>
          <a:xfrm>
            <a:off x="895676" y="1447916"/>
            <a:ext cx="10686724" cy="1384995"/>
          </a:xfrm>
          <a:prstGeom prst="rect">
            <a:avLst/>
          </a:prstGeom>
          <a:noFill/>
        </p:spPr>
        <p:txBody>
          <a:bodyPr wrap="square">
            <a:spAutoFit/>
          </a:bodyPr>
          <a:lstStyle/>
          <a:p>
            <a:pPr marL="400050" lvl="1" indent="0" eaLnBrk="1" hangingPunct="1">
              <a:spcBef>
                <a:spcPct val="20000"/>
              </a:spcBef>
              <a:spcAft>
                <a:spcPts val="600"/>
              </a:spcAft>
              <a:buClr>
                <a:schemeClr val="accent1"/>
              </a:buClr>
              <a:buSzPct val="115000"/>
              <a:buNone/>
              <a:defRPr/>
            </a:pPr>
            <a:r>
              <a:rPr lang="en-US" sz="2800" dirty="0">
                <a:solidFill>
                  <a:schemeClr val="bg1"/>
                </a:solidFill>
              </a:rPr>
              <a:t>A </a:t>
            </a:r>
            <a:r>
              <a:rPr lang="en-US" sz="2800" b="1" dirty="0">
                <a:solidFill>
                  <a:schemeClr val="bg1"/>
                </a:solidFill>
              </a:rPr>
              <a:t>linear correlation </a:t>
            </a:r>
            <a:r>
              <a:rPr lang="en-US" sz="2800" dirty="0">
                <a:solidFill>
                  <a:schemeClr val="bg1"/>
                </a:solidFill>
              </a:rPr>
              <a:t>exists between two variables when the plotted points of paired data result in a pattern that can be approximated by a straight line.</a:t>
            </a:r>
          </a:p>
        </p:txBody>
      </p:sp>
      <p:sp>
        <p:nvSpPr>
          <p:cNvPr id="3" name="TextBox 2">
            <a:extLst>
              <a:ext uri="{FF2B5EF4-FFF2-40B4-BE49-F238E27FC236}">
                <a16:creationId xmlns:a16="http://schemas.microsoft.com/office/drawing/2014/main" id="{0AC2D6F6-06C0-8C89-29A9-149388BEA5E5}"/>
              </a:ext>
            </a:extLst>
          </p:cNvPr>
          <p:cNvSpPr txBox="1"/>
          <p:nvPr/>
        </p:nvSpPr>
        <p:spPr>
          <a:xfrm>
            <a:off x="362956" y="2998422"/>
            <a:ext cx="2516597" cy="3077766"/>
          </a:xfrm>
          <a:prstGeom prst="rect">
            <a:avLst/>
          </a:prstGeom>
          <a:solidFill>
            <a:schemeClr val="bg1"/>
          </a:solidFill>
        </p:spPr>
        <p:txBody>
          <a:bodyPr wrap="square" rtlCol="0">
            <a:spAutoFit/>
          </a:bodyPr>
          <a:lstStyle/>
          <a:p>
            <a:pPr marL="457200" lvl="1" indent="0" algn="r" eaLnBrk="1" hangingPunct="1">
              <a:spcBef>
                <a:spcPct val="20000"/>
              </a:spcBef>
              <a:spcAft>
                <a:spcPts val="600"/>
              </a:spcAft>
              <a:buClr>
                <a:schemeClr val="accent1"/>
              </a:buClr>
              <a:buSzPct val="115000"/>
              <a:buNone/>
            </a:pPr>
            <a:r>
              <a:rPr lang="en-US" sz="2400" dirty="0"/>
              <a:t>A </a:t>
            </a:r>
            <a:r>
              <a:rPr lang="en-US" sz="2400" b="1" dirty="0"/>
              <a:t>positive</a:t>
            </a:r>
            <a:r>
              <a:rPr lang="en-US" sz="2400" dirty="0"/>
              <a:t> correlation means that as one variable increases, the other variable also increases.</a:t>
            </a:r>
          </a:p>
          <a:p>
            <a:endParaRPr lang="en-US" sz="1600" dirty="0">
              <a:solidFill>
                <a:schemeClr val="bg1"/>
              </a:solidFill>
            </a:endParaRPr>
          </a:p>
          <a:p>
            <a:endParaRPr lang="en-US" sz="500" dirty="0">
              <a:solidFill>
                <a:schemeClr val="bg1"/>
              </a:solidFill>
            </a:endParaRPr>
          </a:p>
        </p:txBody>
      </p:sp>
      <p:pic>
        <p:nvPicPr>
          <p:cNvPr id="4" name="Picture 3">
            <a:extLst>
              <a:ext uri="{FF2B5EF4-FFF2-40B4-BE49-F238E27FC236}">
                <a16:creationId xmlns:a16="http://schemas.microsoft.com/office/drawing/2014/main" id="{1A831E42-075F-01B9-CDB5-42B3CCD16448}"/>
              </a:ext>
            </a:extLst>
          </p:cNvPr>
          <p:cNvPicPr>
            <a:picLocks noChangeAspect="1"/>
          </p:cNvPicPr>
          <p:nvPr/>
        </p:nvPicPr>
        <p:blipFill>
          <a:blip r:embed="rId2"/>
          <a:stretch>
            <a:fillRect/>
          </a:stretch>
        </p:blipFill>
        <p:spPr>
          <a:xfrm>
            <a:off x="2879553" y="3001308"/>
            <a:ext cx="8053349" cy="3093727"/>
          </a:xfrm>
          <a:prstGeom prst="rect">
            <a:avLst/>
          </a:prstGeom>
        </p:spPr>
      </p:pic>
      <p:sp>
        <p:nvSpPr>
          <p:cNvPr id="5" name="TextBox 4">
            <a:extLst>
              <a:ext uri="{FF2B5EF4-FFF2-40B4-BE49-F238E27FC236}">
                <a16:creationId xmlns:a16="http://schemas.microsoft.com/office/drawing/2014/main" id="{DACFAE8B-0A29-D78F-1F99-B1202B71BC21}"/>
              </a:ext>
            </a:extLst>
          </p:cNvPr>
          <p:cNvSpPr txBox="1"/>
          <p:nvPr/>
        </p:nvSpPr>
        <p:spPr>
          <a:xfrm>
            <a:off x="8565601" y="3070843"/>
            <a:ext cx="2367301" cy="2923877"/>
          </a:xfrm>
          <a:prstGeom prst="rect">
            <a:avLst/>
          </a:prstGeom>
          <a:solidFill>
            <a:schemeClr val="bg1"/>
          </a:solidFill>
        </p:spPr>
        <p:txBody>
          <a:bodyPr wrap="square" rtlCol="0">
            <a:spAutoFit/>
          </a:bodyPr>
          <a:lstStyle/>
          <a:p>
            <a:r>
              <a:rPr lang="en-US" sz="2400" dirty="0">
                <a:solidFill>
                  <a:srgbClr val="262626"/>
                </a:solidFill>
              </a:rPr>
              <a:t>A</a:t>
            </a:r>
            <a:r>
              <a:rPr lang="en-US" sz="2400" dirty="0"/>
              <a:t> </a:t>
            </a:r>
            <a:r>
              <a:rPr lang="en-US" sz="2400" b="1" dirty="0"/>
              <a:t>negative</a:t>
            </a:r>
            <a:r>
              <a:rPr lang="en-US" sz="2400" dirty="0"/>
              <a:t> </a:t>
            </a:r>
            <a:r>
              <a:rPr lang="en-US" sz="2400" dirty="0">
                <a:solidFill>
                  <a:srgbClr val="262626"/>
                </a:solidFill>
              </a:rPr>
              <a:t>correlation means that as one variable increases, the other variable decreases.</a:t>
            </a:r>
          </a:p>
          <a:p>
            <a:endParaRPr lang="en-US" sz="1600" dirty="0"/>
          </a:p>
        </p:txBody>
      </p:sp>
    </p:spTree>
    <p:extLst>
      <p:ext uri="{BB962C8B-B14F-4D97-AF65-F5344CB8AC3E}">
        <p14:creationId xmlns:p14="http://schemas.microsoft.com/office/powerpoint/2010/main" val="214104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3E0309-B860-7F73-B6B6-93DFC157FA78}"/>
              </a:ext>
            </a:extLst>
          </p:cNvPr>
          <p:cNvSpPr>
            <a:spLocks noGrp="1"/>
          </p:cNvSpPr>
          <p:nvPr>
            <p:ph type="body" sz="quarter" idx="10"/>
          </p:nvPr>
        </p:nvSpPr>
        <p:spPr>
          <a:xfrm>
            <a:off x="847045" y="0"/>
            <a:ext cx="10961514" cy="1057196"/>
          </a:xfrm>
        </p:spPr>
        <p:txBody>
          <a:bodyPr>
            <a:noAutofit/>
          </a:bodyPr>
          <a:lstStyle/>
          <a:p>
            <a:pPr algn="ctr"/>
            <a:r>
              <a:rPr lang="en-US" sz="4400" cap="none" dirty="0"/>
              <a:t>Pearson’s Correlation Coefficient</a:t>
            </a:r>
            <a:br>
              <a:rPr lang="en-US" sz="4400" cap="none" dirty="0"/>
            </a:br>
            <a:r>
              <a:rPr lang="en-US" sz="4400" cap="none" dirty="0"/>
              <a:t>and Scatter plots</a:t>
            </a:r>
            <a:br>
              <a:rPr lang="en-US" sz="4300" dirty="0"/>
            </a:br>
            <a:br>
              <a:rPr lang="en-US" sz="4300" dirty="0"/>
            </a:br>
            <a:endParaRPr lang="en-US" sz="4300" dirty="0"/>
          </a:p>
          <a:p>
            <a:pPr algn="ctr"/>
            <a:endParaRPr lang="en-US" sz="2400" dirty="0"/>
          </a:p>
        </p:txBody>
      </p:sp>
      <p:sp>
        <p:nvSpPr>
          <p:cNvPr id="7" name="Title 3">
            <a:extLst>
              <a:ext uri="{FF2B5EF4-FFF2-40B4-BE49-F238E27FC236}">
                <a16:creationId xmlns:a16="http://schemas.microsoft.com/office/drawing/2014/main" id="{9FC17FB8-3815-C568-5F31-0E5C9FD0AFD7}"/>
              </a:ext>
            </a:extLst>
          </p:cNvPr>
          <p:cNvSpPr txBox="1">
            <a:spLocks/>
          </p:cNvSpPr>
          <p:nvPr/>
        </p:nvSpPr>
        <p:spPr>
          <a:xfrm>
            <a:off x="847045" y="633935"/>
            <a:ext cx="3073940" cy="288819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dirty="0">
              <a:solidFill>
                <a:srgbClr val="262626"/>
              </a:solidFill>
            </a:endParaRPr>
          </a:p>
        </p:txBody>
      </p:sp>
      <p:pic>
        <p:nvPicPr>
          <p:cNvPr id="8" name="Picture 7">
            <a:extLst>
              <a:ext uri="{FF2B5EF4-FFF2-40B4-BE49-F238E27FC236}">
                <a16:creationId xmlns:a16="http://schemas.microsoft.com/office/drawing/2014/main" id="{403725FC-F0E0-9D56-ABDD-D3F6FBE02B39}"/>
              </a:ext>
            </a:extLst>
          </p:cNvPr>
          <p:cNvPicPr>
            <a:picLocks noChangeAspect="1"/>
          </p:cNvPicPr>
          <p:nvPr/>
        </p:nvPicPr>
        <p:blipFill>
          <a:blip r:embed="rId2"/>
          <a:stretch>
            <a:fillRect/>
          </a:stretch>
        </p:blipFill>
        <p:spPr>
          <a:xfrm>
            <a:off x="0" y="1242405"/>
            <a:ext cx="6912360" cy="5615595"/>
          </a:xfrm>
          <a:prstGeom prst="rect">
            <a:avLst/>
          </a:prstGeom>
        </p:spPr>
      </p:pic>
      <p:sp>
        <p:nvSpPr>
          <p:cNvPr id="9" name="TextBox 8">
            <a:extLst>
              <a:ext uri="{FF2B5EF4-FFF2-40B4-BE49-F238E27FC236}">
                <a16:creationId xmlns:a16="http://schemas.microsoft.com/office/drawing/2014/main" id="{1EB5D8CD-247D-F603-097B-58080C78135B}"/>
              </a:ext>
            </a:extLst>
          </p:cNvPr>
          <p:cNvSpPr txBox="1"/>
          <p:nvPr/>
        </p:nvSpPr>
        <p:spPr>
          <a:xfrm>
            <a:off x="7563462" y="1298267"/>
            <a:ext cx="4049154" cy="5262979"/>
          </a:xfrm>
          <a:prstGeom prst="rect">
            <a:avLst/>
          </a:prstGeom>
          <a:noFill/>
        </p:spPr>
        <p:txBody>
          <a:bodyPr wrap="square" rtlCol="0">
            <a:spAutoFit/>
          </a:bodyPr>
          <a:lstStyle/>
          <a:p>
            <a:pPr marL="342900" indent="-342900">
              <a:buFont typeface="Arial" panose="020B0604020202020204" pitchFamily="34" charset="0"/>
              <a:buChar char="•"/>
            </a:pPr>
            <a:r>
              <a:rPr lang="en-US" sz="2800" b="0" cap="none" dirty="0">
                <a:solidFill>
                  <a:schemeClr val="bg1"/>
                </a:solidFill>
              </a:rPr>
              <a:t>Scatter plots may include a trend line or best-fit line that summarizes the overall pattern or trend in the data. </a:t>
            </a:r>
          </a:p>
          <a:p>
            <a:pPr marL="342900" indent="-342900">
              <a:buFont typeface="Arial" panose="020B0604020202020204" pitchFamily="34" charset="0"/>
              <a:buChar char="•"/>
            </a:pPr>
            <a:r>
              <a:rPr lang="en-US" sz="2800" b="0" cap="none" dirty="0">
                <a:solidFill>
                  <a:schemeClr val="bg1"/>
                </a:solidFill>
              </a:rPr>
              <a:t>This line is determined using a statistical method called </a:t>
            </a:r>
            <a:r>
              <a:rPr lang="en-US" sz="2800" b="0" u="sng" cap="none" dirty="0">
                <a:solidFill>
                  <a:schemeClr val="bg1"/>
                </a:solidFill>
              </a:rPr>
              <a:t>Simple </a:t>
            </a:r>
            <a:r>
              <a:rPr lang="en-US" sz="2800" u="sng" dirty="0">
                <a:solidFill>
                  <a:schemeClr val="bg1"/>
                </a:solidFill>
              </a:rPr>
              <a:t>L</a:t>
            </a:r>
            <a:r>
              <a:rPr lang="en-US" sz="2800" b="0" u="sng" cap="none" dirty="0">
                <a:solidFill>
                  <a:schemeClr val="bg1"/>
                </a:solidFill>
              </a:rPr>
              <a:t>inear </a:t>
            </a:r>
            <a:r>
              <a:rPr lang="en-US" sz="2800" u="sng" dirty="0">
                <a:solidFill>
                  <a:schemeClr val="bg1"/>
                </a:solidFill>
              </a:rPr>
              <a:t>R</a:t>
            </a:r>
            <a:r>
              <a:rPr lang="en-US" sz="2800" b="0" u="sng" cap="none" dirty="0">
                <a:solidFill>
                  <a:schemeClr val="bg1"/>
                </a:solidFill>
              </a:rPr>
              <a:t>egression </a:t>
            </a:r>
            <a:r>
              <a:rPr lang="en-US" sz="2800" b="0" cap="none" dirty="0">
                <a:solidFill>
                  <a:schemeClr val="bg1"/>
                </a:solidFill>
              </a:rPr>
              <a:t>and can be used to make predictions.</a:t>
            </a:r>
            <a:endParaRPr lang="en-US" sz="2800" dirty="0">
              <a:solidFill>
                <a:schemeClr val="bg1"/>
              </a:solidFill>
            </a:endParaRPr>
          </a:p>
        </p:txBody>
      </p:sp>
      <p:sp>
        <p:nvSpPr>
          <p:cNvPr id="3" name="TextBox 2">
            <a:extLst>
              <a:ext uri="{FF2B5EF4-FFF2-40B4-BE49-F238E27FC236}">
                <a16:creationId xmlns:a16="http://schemas.microsoft.com/office/drawing/2014/main" id="{DB980CE2-5AA9-E148-A60A-6C389F25E498}"/>
              </a:ext>
            </a:extLst>
          </p:cNvPr>
          <p:cNvSpPr txBox="1"/>
          <p:nvPr/>
        </p:nvSpPr>
        <p:spPr>
          <a:xfrm>
            <a:off x="108284" y="3929756"/>
            <a:ext cx="6804076" cy="2862322"/>
          </a:xfrm>
          <a:prstGeom prst="rect">
            <a:avLst/>
          </a:prstGeom>
          <a:solidFill>
            <a:schemeClr val="bg1"/>
          </a:solidFill>
        </p:spPr>
        <p:txBody>
          <a:bodyPr wrap="square" rtlCol="0">
            <a:spAutoFit/>
          </a:bodyPr>
          <a:lstStyle/>
          <a:p>
            <a:r>
              <a:rPr lang="en-US" sz="1800" kern="0" dirty="0"/>
              <a:t>Linear correlation is measured using </a:t>
            </a:r>
            <a:r>
              <a:rPr lang="en-US" sz="1800" b="1" kern="0" dirty="0"/>
              <a:t>Pearson's correlation coefficient (r)</a:t>
            </a:r>
            <a:r>
              <a:rPr lang="en-US" sz="1800" kern="0" dirty="0"/>
              <a:t>, which quantifies the strength and direction of the </a:t>
            </a:r>
            <a:r>
              <a:rPr lang="en-US" sz="1800" b="1" kern="0" dirty="0"/>
              <a:t>linear</a:t>
            </a:r>
            <a:r>
              <a:rPr lang="en-US" sz="1800" kern="0" dirty="0"/>
              <a:t> relationship between two quantitative variables. </a:t>
            </a:r>
          </a:p>
          <a:p>
            <a:endParaRPr lang="en-US" sz="1800" dirty="0">
              <a:latin typeface="Aptos (Body)"/>
            </a:endParaRPr>
          </a:p>
          <a:p>
            <a:pPr marL="457200" indent="-457200">
              <a:buFont typeface="Arial" panose="020B0604020202020204" pitchFamily="34" charset="0"/>
              <a:buChar char="•"/>
            </a:pPr>
            <a:r>
              <a:rPr lang="en-US" sz="1800" dirty="0">
                <a:latin typeface="Aptos (Body)"/>
              </a:rPr>
              <a:t>If r is close to 1, there is a strong positive linear correlation between the two variables. </a:t>
            </a:r>
          </a:p>
          <a:p>
            <a:pPr marL="457200" indent="-457200">
              <a:buFont typeface="Arial" panose="020B0604020202020204" pitchFamily="34" charset="0"/>
              <a:buChar char="•"/>
            </a:pPr>
            <a:r>
              <a:rPr lang="en-US" sz="1800" dirty="0">
                <a:latin typeface="Aptos (Body)"/>
              </a:rPr>
              <a:t>If r is close to -1, there is a strong negative linear correlation between the two variables.</a:t>
            </a:r>
          </a:p>
          <a:p>
            <a:pPr marL="457200" indent="-457200">
              <a:buFont typeface="Arial" panose="020B0604020202020204" pitchFamily="34" charset="0"/>
              <a:buChar char="•"/>
            </a:pPr>
            <a:r>
              <a:rPr lang="en-US" sz="1800" dirty="0">
                <a:latin typeface="Aptos (Body)"/>
              </a:rPr>
              <a:t>If r is close to 0, there is no linear correlation between the two variables. </a:t>
            </a:r>
            <a:endParaRPr lang="en-US" sz="1200" dirty="0">
              <a:latin typeface="Aptos (Body)"/>
            </a:endParaRPr>
          </a:p>
        </p:txBody>
      </p:sp>
    </p:spTree>
    <p:extLst>
      <p:ext uri="{BB962C8B-B14F-4D97-AF65-F5344CB8AC3E}">
        <p14:creationId xmlns:p14="http://schemas.microsoft.com/office/powerpoint/2010/main" val="241335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8D398F-2BB8-B112-F972-9CA8DA50DB55}"/>
              </a:ext>
            </a:extLst>
          </p:cNvPr>
          <p:cNvSpPr>
            <a:spLocks noGrp="1"/>
          </p:cNvSpPr>
          <p:nvPr>
            <p:ph type="body" sz="quarter" idx="10"/>
          </p:nvPr>
        </p:nvSpPr>
        <p:spPr/>
        <p:txBody>
          <a:bodyPr>
            <a:normAutofit/>
          </a:bodyPr>
          <a:lstStyle/>
          <a:p>
            <a:pPr algn="ctr"/>
            <a:r>
              <a:rPr lang="en-US" sz="6000" dirty="0">
                <a:latin typeface="Aptos (Body)"/>
              </a:rPr>
              <a:t>My contribution to the project</a:t>
            </a:r>
            <a:endParaRPr lang="en-US" sz="6000" dirty="0"/>
          </a:p>
        </p:txBody>
      </p:sp>
      <p:sp>
        <p:nvSpPr>
          <p:cNvPr id="7" name="TextBox 6">
            <a:extLst>
              <a:ext uri="{FF2B5EF4-FFF2-40B4-BE49-F238E27FC236}">
                <a16:creationId xmlns:a16="http://schemas.microsoft.com/office/drawing/2014/main" id="{15982EC1-F586-440D-064C-0068F6636109}"/>
              </a:ext>
            </a:extLst>
          </p:cNvPr>
          <p:cNvSpPr txBox="1"/>
          <p:nvPr/>
        </p:nvSpPr>
        <p:spPr>
          <a:xfrm>
            <a:off x="895676" y="1767007"/>
            <a:ext cx="1054521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latin typeface="Aptos (Body)"/>
              </a:rPr>
              <a:t>My contribution to the project involved analyzing the correlation between meteorological variables such as temperature and precipitation, and electrical demand and net generation.</a:t>
            </a:r>
          </a:p>
          <a:p>
            <a:pPr marL="457200" indent="-457200">
              <a:buFont typeface="Arial" panose="020B0604020202020204" pitchFamily="34" charset="0"/>
              <a:buChar char="•"/>
            </a:pPr>
            <a:endParaRPr lang="en-US" sz="2800" dirty="0">
              <a:solidFill>
                <a:schemeClr val="bg1"/>
              </a:solidFill>
              <a:latin typeface="Aptos (Body)"/>
            </a:endParaRPr>
          </a:p>
          <a:p>
            <a:pPr marL="457200" indent="-457200">
              <a:buFont typeface="Arial" panose="020B0604020202020204" pitchFamily="34" charset="0"/>
              <a:buChar char="•"/>
            </a:pPr>
            <a:r>
              <a:rPr lang="en-US" sz="2800" dirty="0">
                <a:solidFill>
                  <a:schemeClr val="bg1"/>
                </a:solidFill>
                <a:latin typeface="Aptos (Body)"/>
              </a:rPr>
              <a:t>In cases where the correlation between the variables was statistically significant, simple linear regression models were obtained.</a:t>
            </a:r>
            <a:endParaRPr lang="en-US" dirty="0">
              <a:solidFill>
                <a:schemeClr val="bg1"/>
              </a:solidFill>
            </a:endParaRPr>
          </a:p>
        </p:txBody>
      </p:sp>
    </p:spTree>
    <p:extLst>
      <p:ext uri="{BB962C8B-B14F-4D97-AF65-F5344CB8AC3E}">
        <p14:creationId xmlns:p14="http://schemas.microsoft.com/office/powerpoint/2010/main" val="385126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928C3F-CC15-65F8-40B5-438BCF8F25DD}"/>
              </a:ext>
            </a:extLst>
          </p:cNvPr>
          <p:cNvSpPr>
            <a:spLocks noGrp="1"/>
          </p:cNvSpPr>
          <p:nvPr>
            <p:ph type="body" sz="quarter" idx="10"/>
          </p:nvPr>
        </p:nvSpPr>
        <p:spPr>
          <a:xfrm>
            <a:off x="895675" y="331311"/>
            <a:ext cx="10912883" cy="991998"/>
          </a:xfrm>
        </p:spPr>
        <p:txBody>
          <a:bodyPr>
            <a:normAutofit/>
          </a:bodyPr>
          <a:lstStyle/>
          <a:p>
            <a:pPr algn="ctr"/>
            <a:r>
              <a:rPr lang="en-US" sz="4800" dirty="0">
                <a:latin typeface="Aptos (Body)"/>
              </a:rPr>
              <a:t>Simple Linear Regression</a:t>
            </a:r>
            <a:endParaRPr lang="en-US" sz="4800" dirty="0"/>
          </a:p>
        </p:txBody>
      </p:sp>
      <p:sp>
        <p:nvSpPr>
          <p:cNvPr id="7" name="TextBox 6">
            <a:extLst>
              <a:ext uri="{FF2B5EF4-FFF2-40B4-BE49-F238E27FC236}">
                <a16:creationId xmlns:a16="http://schemas.microsoft.com/office/drawing/2014/main" id="{CE97B7BE-38ED-9091-799A-AD51D123BB8E}"/>
              </a:ext>
            </a:extLst>
          </p:cNvPr>
          <p:cNvSpPr txBox="1"/>
          <p:nvPr/>
        </p:nvSpPr>
        <p:spPr>
          <a:xfrm>
            <a:off x="383442" y="1083898"/>
            <a:ext cx="11596355" cy="1661993"/>
          </a:xfrm>
          <a:prstGeom prst="rect">
            <a:avLst/>
          </a:prstGeom>
          <a:noFill/>
        </p:spPr>
        <p:txBody>
          <a:bodyPr wrap="square" rtlCol="0">
            <a:spAutoFit/>
          </a:bodyPr>
          <a:lstStyle/>
          <a:p>
            <a:pPr marL="0" lvl="0" indent="0" algn="l" rtl="0">
              <a:spcBef>
                <a:spcPts val="0"/>
              </a:spcBef>
              <a:spcAft>
                <a:spcPts val="0"/>
              </a:spcAft>
              <a:buNone/>
            </a:pPr>
            <a:endParaRPr lang="en-US" sz="1200" dirty="0">
              <a:solidFill>
                <a:schemeClr val="bg1"/>
              </a:solidFill>
              <a:latin typeface="Aptos (Body)"/>
              <a:ea typeface="Space Grotesk"/>
              <a:cs typeface="Space Grotesk"/>
              <a:sym typeface="Space Grotesk"/>
            </a:endParaRPr>
          </a:p>
          <a:p>
            <a:pPr marL="0" lvl="0" indent="0" algn="l" rtl="0">
              <a:spcBef>
                <a:spcPts val="0"/>
              </a:spcBef>
              <a:spcAft>
                <a:spcPts val="0"/>
              </a:spcAft>
              <a:buNone/>
            </a:pPr>
            <a:r>
              <a:rPr lang="en-US" sz="2400" dirty="0">
                <a:solidFill>
                  <a:schemeClr val="bg1"/>
                </a:solidFill>
                <a:latin typeface="Aptos (Body)"/>
                <a:ea typeface="Space Grotesk"/>
                <a:cs typeface="Space Grotesk"/>
                <a:sym typeface="Space Grotesk"/>
              </a:rPr>
              <a:t>A Simple Linear Regression Model predicts a dependent variable Y by fitting a straight line to the data based on a single independent variable X. In essence, it produces a two-dimensional relationship, a linear equation, defined by one slope and one intercept. </a:t>
            </a:r>
          </a:p>
          <a:p>
            <a:endParaRPr lang="en-US" dirty="0"/>
          </a:p>
        </p:txBody>
      </p:sp>
      <p:pic>
        <p:nvPicPr>
          <p:cNvPr id="8" name="Picture 7" descr="A math equations on a white background&#10;&#10;AI-generated content may be incorrect.">
            <a:extLst>
              <a:ext uri="{FF2B5EF4-FFF2-40B4-BE49-F238E27FC236}">
                <a16:creationId xmlns:a16="http://schemas.microsoft.com/office/drawing/2014/main" id="{C7381462-646B-EF54-AC70-E6C8E1CCD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048" y="2480508"/>
            <a:ext cx="2929661" cy="1896983"/>
          </a:xfrm>
          <a:prstGeom prst="rect">
            <a:avLst/>
          </a:prstGeom>
        </p:spPr>
      </p:pic>
      <p:pic>
        <p:nvPicPr>
          <p:cNvPr id="5" name="Picture 4" descr="A white rectangular box with black text&#10;&#10;AI-generated content may be incorrect.">
            <a:extLst>
              <a:ext uri="{FF2B5EF4-FFF2-40B4-BE49-F238E27FC236}">
                <a16:creationId xmlns:a16="http://schemas.microsoft.com/office/drawing/2014/main" id="{E8017EE6-E771-BB8A-AC12-C912292F93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2042" y="2592628"/>
            <a:ext cx="6291134" cy="1330420"/>
          </a:xfrm>
          <a:prstGeom prst="rect">
            <a:avLst/>
          </a:prstGeom>
        </p:spPr>
      </p:pic>
      <p:sp>
        <p:nvSpPr>
          <p:cNvPr id="3" name="TextBox 2">
            <a:extLst>
              <a:ext uri="{FF2B5EF4-FFF2-40B4-BE49-F238E27FC236}">
                <a16:creationId xmlns:a16="http://schemas.microsoft.com/office/drawing/2014/main" id="{190E1730-9D15-C666-56B1-271AD9784E26}"/>
              </a:ext>
            </a:extLst>
          </p:cNvPr>
          <p:cNvSpPr txBox="1"/>
          <p:nvPr/>
        </p:nvSpPr>
        <p:spPr>
          <a:xfrm>
            <a:off x="383442" y="4380528"/>
            <a:ext cx="11425116" cy="2308324"/>
          </a:xfrm>
          <a:prstGeom prst="rect">
            <a:avLst/>
          </a:prstGeom>
          <a:noFill/>
        </p:spPr>
        <p:txBody>
          <a:bodyPr wrap="square" rtlCol="0">
            <a:spAutoFit/>
          </a:bodyPr>
          <a:lstStyle/>
          <a:p>
            <a:r>
              <a:rPr lang="en-US" sz="2400" dirty="0">
                <a:solidFill>
                  <a:schemeClr val="bg1"/>
                </a:solidFill>
                <a:latin typeface="Aptos (Body)"/>
              </a:rPr>
              <a:t>In simple linear regression, R-squared, known as the coefficient of determination, is a statistical measure that indicates how well the regression model fits the observed data. R-squared values range from 0 to 1. If the value of R-squared is close to one, then the regression model is adequate, meaning there’s substantial agreement between the proposed model and actual real-world observations. If the value of R-squared is close to zero, then the regression model is inadequate. </a:t>
            </a:r>
          </a:p>
        </p:txBody>
      </p:sp>
    </p:spTree>
    <p:extLst>
      <p:ext uri="{BB962C8B-B14F-4D97-AF65-F5344CB8AC3E}">
        <p14:creationId xmlns:p14="http://schemas.microsoft.com/office/powerpoint/2010/main" val="319212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ABC8A1-5A10-ABD5-CBB0-D3AB05EBF700}"/>
              </a:ext>
            </a:extLst>
          </p:cNvPr>
          <p:cNvSpPr>
            <a:spLocks noGrp="1"/>
          </p:cNvSpPr>
          <p:nvPr>
            <p:ph type="body" sz="quarter" idx="10"/>
          </p:nvPr>
        </p:nvSpPr>
        <p:spPr>
          <a:xfrm>
            <a:off x="895676" y="455917"/>
            <a:ext cx="11045953" cy="1166053"/>
          </a:xfrm>
        </p:spPr>
        <p:txBody>
          <a:bodyPr>
            <a:normAutofit fontScale="92500"/>
          </a:bodyPr>
          <a:lstStyle/>
          <a:p>
            <a:r>
              <a:rPr lang="en-US" sz="4400" dirty="0">
                <a:latin typeface="Aptos (Body)"/>
              </a:rPr>
              <a:t>Electrical Demand and Net Generation Data</a:t>
            </a:r>
            <a:endParaRPr lang="en-US" sz="4400" dirty="0"/>
          </a:p>
        </p:txBody>
      </p:sp>
      <p:sp>
        <p:nvSpPr>
          <p:cNvPr id="7" name="TextBox 6">
            <a:extLst>
              <a:ext uri="{FF2B5EF4-FFF2-40B4-BE49-F238E27FC236}">
                <a16:creationId xmlns:a16="http://schemas.microsoft.com/office/drawing/2014/main" id="{A85FC589-0477-530B-9F2A-181379E6A440}"/>
              </a:ext>
            </a:extLst>
          </p:cNvPr>
          <p:cNvSpPr txBox="1"/>
          <p:nvPr/>
        </p:nvSpPr>
        <p:spPr>
          <a:xfrm>
            <a:off x="718457" y="1621970"/>
            <a:ext cx="11045953" cy="5078313"/>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The electrical demand data used in this study were sourced from the U.S. Energy Information Administration (EIA) database focusing on FPL data.</a:t>
            </a:r>
          </a:p>
          <a:p>
            <a:pPr marL="342900" indent="-342900">
              <a:buFont typeface="Arial" panose="020B0604020202020204" pitchFamily="34" charset="0"/>
              <a:buChar char="•"/>
            </a:pP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Link:</a:t>
            </a:r>
            <a:br>
              <a:rPr lang="en-US" sz="2400" dirty="0">
                <a:solidFill>
                  <a:schemeClr val="bg1"/>
                </a:solidFill>
                <a:latin typeface="Aptos (Body)"/>
                <a:ea typeface="Space Grotesk"/>
                <a:cs typeface="Space Grotesk"/>
                <a:sym typeface="Space Grotesk"/>
              </a:rPr>
            </a:br>
            <a:r>
              <a:rPr lang="en-US" dirty="0">
                <a:solidFill>
                  <a:schemeClr val="bg1"/>
                </a:solidFill>
                <a:hlinkClick r:id="rId2">
                  <a:extLst>
                    <a:ext uri="{A12FA001-AC4F-418D-AE19-62706E023703}">
                      <ahyp:hlinkClr xmlns:ahyp="http://schemas.microsoft.com/office/drawing/2018/hyperlinkcolor" val="tx"/>
                    </a:ext>
                  </a:extLst>
                </a:hlinkClick>
              </a:rPr>
              <a:t>Real-time Operating Grid - U.S. Energy Information Administration (EIA)</a:t>
            </a: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This comprehensive dataset comprises a daily time series capturing several key variables. The datetime variable records the specific day at which measurements were taken, while the demand (measured in MWh) represents the actual electricity consumption for each recorded day. Additionally, the dataset includes forecasted demand values, which facilitate a direct comparison between predicted and actual load, as well as metrics for net generation (MWh).</a:t>
            </a:r>
            <a:endParaRPr lang="en-US" sz="2400" dirty="0">
              <a:solidFill>
                <a:schemeClr val="bg1"/>
              </a:solidFill>
              <a:latin typeface="Aptos (Body)"/>
            </a:endParaRPr>
          </a:p>
          <a:p>
            <a:endParaRPr lang="en-US" dirty="0"/>
          </a:p>
        </p:txBody>
      </p:sp>
    </p:spTree>
    <p:extLst>
      <p:ext uri="{BB962C8B-B14F-4D97-AF65-F5344CB8AC3E}">
        <p14:creationId xmlns:p14="http://schemas.microsoft.com/office/powerpoint/2010/main" val="1069917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6783A6-A4F6-ACB8-9F64-F4270CC76B2B}"/>
              </a:ext>
            </a:extLst>
          </p:cNvPr>
          <p:cNvSpPr>
            <a:spLocks noGrp="1"/>
          </p:cNvSpPr>
          <p:nvPr>
            <p:ph type="body" sz="quarter" idx="10"/>
          </p:nvPr>
        </p:nvSpPr>
        <p:spPr/>
        <p:txBody>
          <a:bodyPr>
            <a:normAutofit/>
          </a:bodyPr>
          <a:lstStyle/>
          <a:p>
            <a:pPr algn="ctr"/>
            <a:r>
              <a:rPr lang="en" sz="6000" dirty="0">
                <a:latin typeface="+mn-lt"/>
              </a:rPr>
              <a:t>Meteorological Data</a:t>
            </a:r>
            <a:endParaRPr lang="en-US" sz="6000" dirty="0"/>
          </a:p>
        </p:txBody>
      </p:sp>
      <p:sp>
        <p:nvSpPr>
          <p:cNvPr id="7" name="TextBox 6">
            <a:extLst>
              <a:ext uri="{FF2B5EF4-FFF2-40B4-BE49-F238E27FC236}">
                <a16:creationId xmlns:a16="http://schemas.microsoft.com/office/drawing/2014/main" id="{4110F2D2-92EA-CCAE-76C9-83A9B8DEE8F1}"/>
              </a:ext>
            </a:extLst>
          </p:cNvPr>
          <p:cNvSpPr txBox="1"/>
          <p:nvPr/>
        </p:nvSpPr>
        <p:spPr>
          <a:xfrm>
            <a:off x="544286" y="1730829"/>
            <a:ext cx="11419114"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Meteorological observations were obtained from the Florida State University (FSU) Climate Center, which captures daily weather information from numerous stations across Florida. </a:t>
            </a: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Link:</a:t>
            </a:r>
            <a:br>
              <a:rPr lang="en-US" sz="2400" dirty="0">
                <a:solidFill>
                  <a:schemeClr val="bg1"/>
                </a:solidFill>
                <a:latin typeface="Aptos (Body)"/>
                <a:ea typeface="Space Grotesk"/>
                <a:cs typeface="Space Grotesk"/>
                <a:sym typeface="Space Grotesk"/>
              </a:rPr>
            </a:br>
            <a:r>
              <a:rPr lang="en-US" dirty="0">
                <a:solidFill>
                  <a:schemeClr val="bg1"/>
                </a:solidFill>
                <a:hlinkClick r:id="rId2">
                  <a:extLst>
                    <a:ext uri="{A12FA001-AC4F-418D-AE19-62706E023703}">
                      <ahyp:hlinkClr xmlns:ahyp="http://schemas.microsoft.com/office/drawing/2018/hyperlinkcolor" val="tx"/>
                    </a:ext>
                  </a:extLst>
                </a:hlinkClick>
              </a:rPr>
              <a:t>Downloadable Data - Florida Climate Center</a:t>
            </a: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Each record in the dataset is associated with a specific weather station and an observation date, formed by merging the separate YEAR, MONTH, and DAY fields into a logical date format. </a:t>
            </a: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The dataset includes daily measurements of precipitation, recorded in either inches or millimeters, along with temperature metrics that capture the maximum, minimum, and average daily temperatures.</a:t>
            </a:r>
          </a:p>
          <a:p>
            <a:pPr marL="342900" indent="-342900">
              <a:buFont typeface="Arial" panose="020B0604020202020204" pitchFamily="34" charset="0"/>
              <a:buChar char="•"/>
            </a:pPr>
            <a:endParaRPr lang="en-US" sz="2400" dirty="0">
              <a:solidFill>
                <a:schemeClr val="bg1"/>
              </a:solidFill>
            </a:endParaRPr>
          </a:p>
        </p:txBody>
      </p:sp>
    </p:spTree>
    <p:extLst>
      <p:ext uri="{BB962C8B-B14F-4D97-AF65-F5344CB8AC3E}">
        <p14:creationId xmlns:p14="http://schemas.microsoft.com/office/powerpoint/2010/main" val="3771647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A91597-A0A6-96F7-DC16-0DABC63B5D0E}"/>
              </a:ext>
            </a:extLst>
          </p:cNvPr>
          <p:cNvSpPr>
            <a:spLocks noGrp="1"/>
          </p:cNvSpPr>
          <p:nvPr>
            <p:ph type="body" sz="quarter" idx="10"/>
          </p:nvPr>
        </p:nvSpPr>
        <p:spPr/>
        <p:txBody>
          <a:bodyPr>
            <a:normAutofit/>
          </a:bodyPr>
          <a:lstStyle/>
          <a:p>
            <a:pPr algn="ctr"/>
            <a:r>
              <a:rPr lang="en-US" sz="6000" dirty="0"/>
              <a:t>Data Coverage</a:t>
            </a:r>
          </a:p>
        </p:txBody>
      </p:sp>
      <p:sp>
        <p:nvSpPr>
          <p:cNvPr id="7" name="TextBox 6">
            <a:extLst>
              <a:ext uri="{FF2B5EF4-FFF2-40B4-BE49-F238E27FC236}">
                <a16:creationId xmlns:a16="http://schemas.microsoft.com/office/drawing/2014/main" id="{38FEBD6C-895A-0787-FA86-53F8E77DAE83}"/>
              </a:ext>
            </a:extLst>
          </p:cNvPr>
          <p:cNvSpPr txBox="1"/>
          <p:nvPr/>
        </p:nvSpPr>
        <p:spPr>
          <a:xfrm>
            <a:off x="642257" y="1621971"/>
            <a:ext cx="11277600" cy="3816429"/>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latin typeface="Aptos (Body)"/>
              </a:rPr>
              <a:t>Using the data from both sources, simple linear regression models were created to showcase a positive linear correlation between demand and mean temperature in the years 2019, 2020, 2021, 2022, 2023, and 2024 found in ten separate Florida locations (e.g., Ft. Lauderdale, Hialeah, Melbourne, Miami, Daytona Beach, Miami Beach, Vero Beach, Naples, Kissimmee, and Ft. Lauderdale Beach.)</a:t>
            </a:r>
          </a:p>
          <a:p>
            <a:endParaRPr lang="en-US" dirty="0">
              <a:solidFill>
                <a:schemeClr val="bg1"/>
              </a:solidFill>
            </a:endParaRPr>
          </a:p>
        </p:txBody>
      </p:sp>
    </p:spTree>
    <p:extLst>
      <p:ext uri="{BB962C8B-B14F-4D97-AF65-F5344CB8AC3E}">
        <p14:creationId xmlns:p14="http://schemas.microsoft.com/office/powerpoint/2010/main" val="3501329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B7E397-0F5E-82F0-2573-5FB5FB2BD49F}"/>
              </a:ext>
            </a:extLst>
          </p:cNvPr>
          <p:cNvSpPr>
            <a:spLocks noGrp="1"/>
          </p:cNvSpPr>
          <p:nvPr>
            <p:ph type="body" sz="quarter" idx="10"/>
          </p:nvPr>
        </p:nvSpPr>
        <p:spPr/>
        <p:txBody>
          <a:bodyPr>
            <a:normAutofit/>
          </a:bodyPr>
          <a:lstStyle/>
          <a:p>
            <a:pPr algn="ctr"/>
            <a:r>
              <a:rPr lang="en-US" sz="6000" dirty="0"/>
              <a:t>Data Coverage Cont.</a:t>
            </a:r>
          </a:p>
        </p:txBody>
      </p:sp>
      <p:sp>
        <p:nvSpPr>
          <p:cNvPr id="7" name="TextBox 6">
            <a:extLst>
              <a:ext uri="{FF2B5EF4-FFF2-40B4-BE49-F238E27FC236}">
                <a16:creationId xmlns:a16="http://schemas.microsoft.com/office/drawing/2014/main" id="{1340AD54-F86B-13F6-9BEC-BD3EBC0A68C9}"/>
              </a:ext>
            </a:extLst>
          </p:cNvPr>
          <p:cNvSpPr txBox="1"/>
          <p:nvPr/>
        </p:nvSpPr>
        <p:spPr>
          <a:xfrm>
            <a:off x="772886" y="1643743"/>
            <a:ext cx="10526485" cy="4401205"/>
          </a:xfrm>
          <a:prstGeom prst="rect">
            <a:avLst/>
          </a:prstGeom>
          <a:noFill/>
        </p:spPr>
        <p:txBody>
          <a:bodyPr wrap="square" rtlCol="0">
            <a:spAutoFit/>
          </a:bodyPr>
          <a:lstStyle/>
          <a:p>
            <a:pPr marL="0" indent="0">
              <a:buNone/>
            </a:pPr>
            <a:r>
              <a:rPr lang="en-US" sz="2800" dirty="0">
                <a:solidFill>
                  <a:schemeClr val="bg1"/>
                </a:solidFill>
                <a:latin typeface="Aptos (Body)"/>
              </a:rPr>
              <a:t>I obtained two separate models for each year and each location using the following dependent variables.</a:t>
            </a:r>
            <a:endParaRPr lang="en-US" sz="2800" dirty="0">
              <a:solidFill>
                <a:schemeClr val="bg1"/>
              </a:solidFill>
              <a:latin typeface="Aptos (Body)"/>
              <a:ea typeface="Space Grotesk"/>
              <a:cs typeface="Space Grotesk"/>
              <a:sym typeface="Space Grotesk"/>
            </a:endParaRPr>
          </a:p>
          <a:p>
            <a:pPr marL="0" indent="0">
              <a:buNone/>
            </a:pPr>
            <a:r>
              <a:rPr lang="en-US" sz="2800" dirty="0">
                <a:solidFill>
                  <a:schemeClr val="bg1"/>
                </a:solidFill>
                <a:latin typeface="Aptos (Body)"/>
                <a:ea typeface="Space Grotesk"/>
                <a:cs typeface="Space Grotesk"/>
                <a:sym typeface="Space Grotesk"/>
              </a:rPr>
              <a:t>Y </a:t>
            </a:r>
            <a:r>
              <a:rPr lang="en-US" sz="2800" dirty="0">
                <a:solidFill>
                  <a:schemeClr val="bg1"/>
                </a:solidFill>
                <a:latin typeface="Aptos (Body)"/>
                <a:ea typeface="Space Grotesk"/>
                <a:cs typeface="Space Grotesk"/>
                <a:sym typeface="Wingdings" panose="05000000000000000000" pitchFamily="2" charset="2"/>
              </a:rPr>
              <a:t></a:t>
            </a:r>
            <a:r>
              <a:rPr lang="en-US" sz="2800" dirty="0">
                <a:solidFill>
                  <a:schemeClr val="bg1"/>
                </a:solidFill>
                <a:latin typeface="Aptos (Body)"/>
                <a:ea typeface="Space Grotesk"/>
                <a:cs typeface="Space Grotesk"/>
                <a:sym typeface="Space Grotesk"/>
              </a:rPr>
              <a:t> Daily Electrical Demand </a:t>
            </a:r>
          </a:p>
          <a:p>
            <a:pPr marL="0" indent="0">
              <a:buNone/>
            </a:pPr>
            <a:r>
              <a:rPr lang="en-US" sz="2800" dirty="0">
                <a:solidFill>
                  <a:schemeClr val="bg1"/>
                </a:solidFill>
                <a:latin typeface="Aptos (Body)"/>
                <a:ea typeface="Space Grotesk"/>
                <a:cs typeface="Space Grotesk"/>
                <a:sym typeface="Space Grotesk"/>
              </a:rPr>
              <a:t>Y </a:t>
            </a:r>
            <a:r>
              <a:rPr lang="en-US" sz="2800" dirty="0">
                <a:solidFill>
                  <a:schemeClr val="bg1"/>
                </a:solidFill>
                <a:latin typeface="Aptos (Body)"/>
                <a:ea typeface="Space Grotesk"/>
                <a:cs typeface="Space Grotesk"/>
                <a:sym typeface="Wingdings" panose="05000000000000000000" pitchFamily="2" charset="2"/>
              </a:rPr>
              <a:t> Daily Net Generation </a:t>
            </a:r>
          </a:p>
          <a:p>
            <a:pPr marL="0" indent="0">
              <a:buNone/>
            </a:pPr>
            <a:r>
              <a:rPr lang="en-US" sz="2800" dirty="0">
                <a:solidFill>
                  <a:schemeClr val="bg1"/>
                </a:solidFill>
                <a:latin typeface="Aptos (Body)"/>
                <a:ea typeface="Space Grotesk"/>
                <a:cs typeface="Space Grotesk"/>
                <a:sym typeface="Wingdings" panose="05000000000000000000" pitchFamily="2" charset="2"/>
              </a:rPr>
              <a:t>For both models the independent variable used was:</a:t>
            </a:r>
            <a:endParaRPr lang="en-US" sz="2800" dirty="0">
              <a:solidFill>
                <a:schemeClr val="bg1"/>
              </a:solidFill>
              <a:latin typeface="Aptos (Body)"/>
              <a:ea typeface="Space Grotesk"/>
              <a:cs typeface="Space Grotesk"/>
              <a:sym typeface="Space Grotesk"/>
            </a:endParaRPr>
          </a:p>
          <a:p>
            <a:pPr marL="0" indent="0">
              <a:buNone/>
            </a:pPr>
            <a:r>
              <a:rPr lang="en-US" sz="2800" dirty="0">
                <a:solidFill>
                  <a:schemeClr val="bg1"/>
                </a:solidFill>
                <a:latin typeface="Aptos (Body)"/>
                <a:ea typeface="Space Grotesk"/>
                <a:cs typeface="Space Grotesk"/>
                <a:sym typeface="Space Grotesk"/>
              </a:rPr>
              <a:t>X </a:t>
            </a:r>
            <a:r>
              <a:rPr lang="en-US" sz="2800" dirty="0">
                <a:solidFill>
                  <a:schemeClr val="bg1"/>
                </a:solidFill>
                <a:latin typeface="Aptos (Body)"/>
                <a:ea typeface="Space Grotesk"/>
                <a:cs typeface="Space Grotesk"/>
                <a:sym typeface="Wingdings" panose="05000000000000000000" pitchFamily="2" charset="2"/>
              </a:rPr>
              <a:t>Daily Mean Temperature</a:t>
            </a:r>
          </a:p>
          <a:p>
            <a:pPr marL="0" indent="0">
              <a:buNone/>
            </a:pPr>
            <a:r>
              <a:rPr lang="en-US" sz="2800" dirty="0">
                <a:solidFill>
                  <a:schemeClr val="bg1"/>
                </a:solidFill>
                <a:latin typeface="Aptos (Body)"/>
                <a:ea typeface="Space Grotesk"/>
                <a:cs typeface="Space Grotesk"/>
                <a:sym typeface="Wingdings" panose="05000000000000000000" pitchFamily="2" charset="2"/>
              </a:rPr>
              <a:t>X  Daily Precipitation</a:t>
            </a:r>
          </a:p>
          <a:p>
            <a:pPr marL="0" indent="0">
              <a:buNone/>
            </a:pPr>
            <a:r>
              <a:rPr lang="en-US" sz="2800" dirty="0">
                <a:solidFill>
                  <a:schemeClr val="bg1"/>
                </a:solidFill>
                <a:latin typeface="Aptos (Body)"/>
                <a:ea typeface="Space Grotesk"/>
                <a:cs typeface="Space Grotesk"/>
                <a:sym typeface="Wingdings" panose="05000000000000000000" pitchFamily="2" charset="2"/>
              </a:rPr>
              <a:t>For the purposes of the presentation, I will show results from </a:t>
            </a:r>
            <a:r>
              <a:rPr lang="en-US" sz="2800">
                <a:solidFill>
                  <a:schemeClr val="bg1"/>
                </a:solidFill>
                <a:latin typeface="Aptos (Body)"/>
                <a:ea typeface="Space Grotesk"/>
                <a:cs typeface="Space Grotesk"/>
                <a:sym typeface="Wingdings" panose="05000000000000000000" pitchFamily="2" charset="2"/>
              </a:rPr>
              <a:t>the locations </a:t>
            </a:r>
            <a:r>
              <a:rPr lang="en-US" sz="2800" dirty="0">
                <a:solidFill>
                  <a:schemeClr val="bg1"/>
                </a:solidFill>
                <a:latin typeface="Aptos (Body)"/>
                <a:ea typeface="Space Grotesk"/>
                <a:cs typeface="Space Grotesk"/>
                <a:sym typeface="Wingdings" panose="05000000000000000000" pitchFamily="2" charset="2"/>
              </a:rPr>
              <a:t>with the </a:t>
            </a:r>
            <a:r>
              <a:rPr lang="en-US" sz="2800">
                <a:solidFill>
                  <a:schemeClr val="bg1"/>
                </a:solidFill>
                <a:latin typeface="Aptos (Body)"/>
                <a:ea typeface="Space Grotesk"/>
                <a:cs typeface="Space Grotesk"/>
                <a:sym typeface="Wingdings" panose="05000000000000000000" pitchFamily="2" charset="2"/>
              </a:rPr>
              <a:t>highest Pearson’s correlation coefficients </a:t>
            </a:r>
            <a:r>
              <a:rPr lang="en-US" sz="2800" dirty="0">
                <a:solidFill>
                  <a:schemeClr val="bg1"/>
                </a:solidFill>
                <a:latin typeface="Aptos (Body)"/>
                <a:ea typeface="Space Grotesk"/>
                <a:cs typeface="Space Grotesk"/>
                <a:sym typeface="Wingdings" panose="05000000000000000000" pitchFamily="2" charset="2"/>
              </a:rPr>
              <a:t>and R-squared values for the years 2019 and 2024.</a:t>
            </a:r>
            <a:endParaRPr lang="en-US" sz="2800" dirty="0">
              <a:solidFill>
                <a:schemeClr val="bg1"/>
              </a:solidFill>
              <a:latin typeface="Aptos (Body)"/>
              <a:ea typeface="Space Grotesk"/>
              <a:cs typeface="Space Grotesk"/>
              <a:sym typeface="Space Grotesk"/>
            </a:endParaRPr>
          </a:p>
        </p:txBody>
      </p:sp>
    </p:spTree>
    <p:extLst>
      <p:ext uri="{BB962C8B-B14F-4D97-AF65-F5344CB8AC3E}">
        <p14:creationId xmlns:p14="http://schemas.microsoft.com/office/powerpoint/2010/main" val="3933257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2F6D58-BF96-7E50-06E1-31CB82781C34}"/>
              </a:ext>
            </a:extLst>
          </p:cNvPr>
          <p:cNvSpPr>
            <a:spLocks noGrp="1"/>
          </p:cNvSpPr>
          <p:nvPr>
            <p:ph type="body" sz="quarter" idx="10"/>
          </p:nvPr>
        </p:nvSpPr>
        <p:spPr/>
        <p:txBody>
          <a:bodyPr>
            <a:normAutofit/>
          </a:bodyPr>
          <a:lstStyle/>
          <a:p>
            <a:pPr algn="ctr"/>
            <a:r>
              <a:rPr lang="en-US" sz="6000" dirty="0"/>
              <a:t>Methodology</a:t>
            </a:r>
          </a:p>
        </p:txBody>
      </p:sp>
      <p:sp>
        <p:nvSpPr>
          <p:cNvPr id="8" name="TextBox 7">
            <a:extLst>
              <a:ext uri="{FF2B5EF4-FFF2-40B4-BE49-F238E27FC236}">
                <a16:creationId xmlns:a16="http://schemas.microsoft.com/office/drawing/2014/main" id="{F5AD698F-94CA-EA1F-2145-47A4433C5C99}"/>
              </a:ext>
            </a:extLst>
          </p:cNvPr>
          <p:cNvSpPr txBox="1"/>
          <p:nvPr/>
        </p:nvSpPr>
        <p:spPr>
          <a:xfrm>
            <a:off x="895675" y="1665515"/>
            <a:ext cx="10912883" cy="1077218"/>
          </a:xfrm>
          <a:prstGeom prst="rect">
            <a:avLst/>
          </a:prstGeom>
          <a:noFill/>
        </p:spPr>
        <p:txBody>
          <a:bodyPr wrap="square">
            <a:spAutoFit/>
          </a:bodyPr>
          <a:lstStyle/>
          <a:p>
            <a:pPr marL="285750" indent="-285750">
              <a:buFont typeface="Arial" panose="020B0604020202020204" pitchFamily="34" charset="0"/>
              <a:buChar char="•"/>
            </a:pPr>
            <a:r>
              <a:rPr lang="en-US" sz="3200" dirty="0">
                <a:solidFill>
                  <a:schemeClr val="bg1"/>
                </a:solidFill>
              </a:rPr>
              <a:t>The technology used to obtain the results was Excel spreadsheets. This included the statistical analysis tool packs.</a:t>
            </a:r>
          </a:p>
        </p:txBody>
      </p:sp>
    </p:spTree>
    <p:extLst>
      <p:ext uri="{BB962C8B-B14F-4D97-AF65-F5344CB8AC3E}">
        <p14:creationId xmlns:p14="http://schemas.microsoft.com/office/powerpoint/2010/main" val="7814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D4B1F6-E9BA-744D-A09B-BC473E229F83}"/>
              </a:ext>
            </a:extLst>
          </p:cNvPr>
          <p:cNvSpPr>
            <a:spLocks noGrp="1"/>
          </p:cNvSpPr>
          <p:nvPr>
            <p:ph type="body" sz="quarter" idx="10"/>
          </p:nvPr>
        </p:nvSpPr>
        <p:spPr/>
        <p:txBody>
          <a:bodyPr>
            <a:normAutofit fontScale="92500" lnSpcReduction="20000"/>
          </a:bodyPr>
          <a:lstStyle/>
          <a:p>
            <a:pPr algn="ctr"/>
            <a:r>
              <a:rPr lang="en-US" sz="4000" dirty="0"/>
              <a:t>Kissimmee 2019 Electrical Demand vs Mean Temperature Simple Linear Regression Model</a:t>
            </a:r>
            <a:endParaRPr lang="en-US" sz="3600" dirty="0"/>
          </a:p>
        </p:txBody>
      </p:sp>
      <p:pic>
        <p:nvPicPr>
          <p:cNvPr id="6" name="Content Placeholder 4" descr="A graph with numbers and dots&#10;&#10;AI-generated content may be incorrect.">
            <a:extLst>
              <a:ext uri="{FF2B5EF4-FFF2-40B4-BE49-F238E27FC236}">
                <a16:creationId xmlns:a16="http://schemas.microsoft.com/office/drawing/2014/main" id="{C997CF08-75B3-534D-81D5-5B43ED0A1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239900" cy="4419939"/>
          </a:xfrm>
          <a:prstGeom prst="rect">
            <a:avLst/>
          </a:prstGeom>
        </p:spPr>
      </p:pic>
      <p:sp>
        <p:nvSpPr>
          <p:cNvPr id="7" name="TextBox 6">
            <a:extLst>
              <a:ext uri="{FF2B5EF4-FFF2-40B4-BE49-F238E27FC236}">
                <a16:creationId xmlns:a16="http://schemas.microsoft.com/office/drawing/2014/main" id="{AEA1F7DE-6F80-8F02-4957-0A63E8B9770E}"/>
              </a:ext>
            </a:extLst>
          </p:cNvPr>
          <p:cNvSpPr txBox="1"/>
          <p:nvPr/>
        </p:nvSpPr>
        <p:spPr>
          <a:xfrm>
            <a:off x="7326086" y="1404489"/>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313</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0.8790</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Kissimmee in 2019.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5265.5</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40031</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0.7726.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00489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7407B3-0E64-89DF-6E59-B0C967FB5A56}"/>
              </a:ext>
            </a:extLst>
          </p:cNvPr>
          <p:cNvSpPr>
            <a:spLocks noGrp="1"/>
          </p:cNvSpPr>
          <p:nvPr>
            <p:ph type="body" sz="quarter" idx="10"/>
          </p:nvPr>
        </p:nvSpPr>
        <p:spPr>
          <a:xfrm>
            <a:off x="895676" y="423261"/>
            <a:ext cx="10912883" cy="991998"/>
          </a:xfrm>
        </p:spPr>
        <p:txBody>
          <a:bodyPr>
            <a:normAutofit fontScale="92500" lnSpcReduction="20000"/>
          </a:bodyPr>
          <a:lstStyle/>
          <a:p>
            <a:pPr algn="ctr"/>
            <a:r>
              <a:rPr lang="en-US" sz="4000" dirty="0"/>
              <a:t>Daytona Beach 2019 Electrical Demand vs Mean Temperature Simple Linear Regression Model</a:t>
            </a:r>
            <a:endParaRPr lang="en-US" sz="3600" dirty="0"/>
          </a:p>
        </p:txBody>
      </p:sp>
      <p:sp>
        <p:nvSpPr>
          <p:cNvPr id="4" name="TextBox 3">
            <a:extLst>
              <a:ext uri="{FF2B5EF4-FFF2-40B4-BE49-F238E27FC236}">
                <a16:creationId xmlns:a16="http://schemas.microsoft.com/office/drawing/2014/main" id="{09653963-6230-D842-35FF-217EA2AA4B12}"/>
              </a:ext>
            </a:extLst>
          </p:cNvPr>
          <p:cNvSpPr txBox="1"/>
          <p:nvPr/>
        </p:nvSpPr>
        <p:spPr>
          <a:xfrm>
            <a:off x="7402286" y="1666147"/>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0.8733</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Daytona </a:t>
            </a:r>
            <a:r>
              <a:rPr lang="en-US" sz="2000" dirty="0">
                <a:solidFill>
                  <a:schemeClr val="bg1"/>
                </a:solidFill>
                <a:latin typeface="+mj-lt"/>
                <a:ea typeface="Times New Roman" panose="02020603050405020304" pitchFamily="18" charset="0"/>
              </a:rPr>
              <a:t>Beach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5214.4</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32065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a:t>
            </a:r>
            <a:r>
              <a:rPr lang="en-US" sz="2000" dirty="0">
                <a:solidFill>
                  <a:schemeClr val="bg1"/>
                </a:solidFill>
                <a:latin typeface="+mj-lt"/>
                <a:ea typeface="Times New Roman" panose="02020603050405020304" pitchFamily="18" charset="0"/>
              </a:rPr>
              <a:t>627</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pic>
        <p:nvPicPr>
          <p:cNvPr id="5" name="Content Placeholder 8" descr="A graph with numbers and a line&#10;&#10;AI-generated content may be incorrect.">
            <a:extLst>
              <a:ext uri="{FF2B5EF4-FFF2-40B4-BE49-F238E27FC236}">
                <a16:creationId xmlns:a16="http://schemas.microsoft.com/office/drawing/2014/main" id="{0ED975CE-D6E1-F88E-7022-3F82963DB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38" y="1764792"/>
            <a:ext cx="7412224" cy="4471837"/>
          </a:xfrm>
          <a:prstGeom prst="rect">
            <a:avLst/>
          </a:prstGeom>
        </p:spPr>
      </p:pic>
    </p:spTree>
    <p:extLst>
      <p:ext uri="{BB962C8B-B14F-4D97-AF65-F5344CB8AC3E}">
        <p14:creationId xmlns:p14="http://schemas.microsoft.com/office/powerpoint/2010/main" val="1508356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54D3DC-AA9D-A03B-4024-23C624BE8D2A}"/>
              </a:ext>
            </a:extLst>
          </p:cNvPr>
          <p:cNvSpPr>
            <a:spLocks noGrp="1"/>
          </p:cNvSpPr>
          <p:nvPr>
            <p:ph type="body" sz="quarter" idx="10"/>
          </p:nvPr>
        </p:nvSpPr>
        <p:spPr/>
        <p:txBody>
          <a:bodyPr>
            <a:normAutofit fontScale="92500" lnSpcReduction="20000"/>
          </a:bodyPr>
          <a:lstStyle/>
          <a:p>
            <a:pPr algn="ctr"/>
            <a:r>
              <a:rPr lang="en-US" sz="4000" dirty="0"/>
              <a:t>Miami 2024 Electrical Demand vs Mean Temperature Simple Linear Regression Model</a:t>
            </a:r>
            <a:endParaRPr lang="en-US" sz="3600" dirty="0"/>
          </a:p>
        </p:txBody>
      </p:sp>
      <p:pic>
        <p:nvPicPr>
          <p:cNvPr id="4" name="Content Placeholder 4" descr="A graph with numbers and a dotted line&#10;&#10;AI-generated content may be incorrect.">
            <a:extLst>
              <a:ext uri="{FF2B5EF4-FFF2-40B4-BE49-F238E27FC236}">
                <a16:creationId xmlns:a16="http://schemas.microsoft.com/office/drawing/2014/main" id="{808AEAA9-16D9-EA83-0B40-4ACA15A62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916"/>
            <a:ext cx="7311553" cy="4319103"/>
          </a:xfrm>
          <a:prstGeom prst="rect">
            <a:avLst/>
          </a:prstGeom>
        </p:spPr>
      </p:pic>
      <p:sp>
        <p:nvSpPr>
          <p:cNvPr id="5" name="TextBox 4">
            <a:extLst>
              <a:ext uri="{FF2B5EF4-FFF2-40B4-BE49-F238E27FC236}">
                <a16:creationId xmlns:a16="http://schemas.microsoft.com/office/drawing/2014/main" id="{23284D4B-36C1-86DE-833C-AB7D654EB507}"/>
              </a:ext>
            </a:extLst>
          </p:cNvPr>
          <p:cNvSpPr txBox="1"/>
          <p:nvPr/>
        </p:nvSpPr>
        <p:spPr>
          <a:xfrm>
            <a:off x="7402286" y="1617965"/>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366</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0.8997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Miami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9911.6</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382269</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0.8094.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214878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67575-97F9-8FDB-010F-478F75029991}"/>
              </a:ext>
            </a:extLst>
          </p:cNvPr>
          <p:cNvSpPr>
            <a:spLocks noGrp="1"/>
          </p:cNvSpPr>
          <p:nvPr>
            <p:ph type="body" sz="quarter" idx="10"/>
          </p:nvPr>
        </p:nvSpPr>
        <p:spPr/>
        <p:txBody>
          <a:bodyPr>
            <a:normAutofit fontScale="92500" lnSpcReduction="20000"/>
          </a:bodyPr>
          <a:lstStyle/>
          <a:p>
            <a:pPr algn="ctr"/>
            <a:r>
              <a:rPr lang="en-US" sz="4000" dirty="0"/>
              <a:t>Kissimmee 2024 Electrical Demand vs Mean Temperature Simple Linear Regression Model</a:t>
            </a:r>
            <a:endParaRPr lang="en-US" sz="3600" dirty="0"/>
          </a:p>
        </p:txBody>
      </p:sp>
      <p:pic>
        <p:nvPicPr>
          <p:cNvPr id="4" name="Content Placeholder 4" descr="A graph with a dotted line&#10;&#10;AI-generated content may be incorrect.">
            <a:extLst>
              <a:ext uri="{FF2B5EF4-FFF2-40B4-BE49-F238E27FC236}">
                <a16:creationId xmlns:a16="http://schemas.microsoft.com/office/drawing/2014/main" id="{6C81EA30-B9C2-0263-9C05-A67AABF23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690688"/>
            <a:ext cx="7136949" cy="4379936"/>
          </a:xfrm>
          <a:prstGeom prst="rect">
            <a:avLst/>
          </a:prstGeom>
        </p:spPr>
      </p:pic>
      <p:sp>
        <p:nvSpPr>
          <p:cNvPr id="5" name="TextBox 4">
            <a:extLst>
              <a:ext uri="{FF2B5EF4-FFF2-40B4-BE49-F238E27FC236}">
                <a16:creationId xmlns:a16="http://schemas.microsoft.com/office/drawing/2014/main" id="{69B54701-6494-C0F4-04E7-D2C5005737A5}"/>
              </a:ext>
            </a:extLst>
          </p:cNvPr>
          <p:cNvSpPr txBox="1"/>
          <p:nvPr/>
        </p:nvSpPr>
        <p:spPr>
          <a:xfrm>
            <a:off x="7326086" y="1690688"/>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330</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0.8948</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Kissimmee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6475x - 83595,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0.8007.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567306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ECF710-03FB-E41E-378D-7AF6488CFB5E}"/>
              </a:ext>
            </a:extLst>
          </p:cNvPr>
          <p:cNvSpPr>
            <a:spLocks noGrp="1"/>
          </p:cNvSpPr>
          <p:nvPr>
            <p:ph type="body" sz="quarter" idx="10"/>
          </p:nvPr>
        </p:nvSpPr>
        <p:spPr/>
        <p:txBody>
          <a:bodyPr>
            <a:normAutofit fontScale="92500" lnSpcReduction="20000"/>
          </a:bodyPr>
          <a:lstStyle/>
          <a:p>
            <a:pPr algn="ctr"/>
            <a:r>
              <a:rPr lang="en-US" sz="4000" dirty="0"/>
              <a:t>Hialeah 2024 Electrical Demand vs Mean Temperature Simple Linear Regression Model</a:t>
            </a:r>
            <a:endParaRPr lang="en-US" sz="3600" dirty="0"/>
          </a:p>
        </p:txBody>
      </p:sp>
      <p:pic>
        <p:nvPicPr>
          <p:cNvPr id="4" name="Content Placeholder 4" descr="A graph with blue dots and yellow dots&#10;&#10;AI-generated content may be incorrect.">
            <a:extLst>
              <a:ext uri="{FF2B5EF4-FFF2-40B4-BE49-F238E27FC236}">
                <a16:creationId xmlns:a16="http://schemas.microsoft.com/office/drawing/2014/main" id="{78B5C816-DF5F-0981-8DDF-83B38DA5A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97" y="1763717"/>
            <a:ext cx="7346383" cy="4448084"/>
          </a:xfrm>
          <a:prstGeom prst="rect">
            <a:avLst/>
          </a:prstGeom>
        </p:spPr>
      </p:pic>
      <p:sp>
        <p:nvSpPr>
          <p:cNvPr id="5" name="TextBox 4">
            <a:extLst>
              <a:ext uri="{FF2B5EF4-FFF2-40B4-BE49-F238E27FC236}">
                <a16:creationId xmlns:a16="http://schemas.microsoft.com/office/drawing/2014/main" id="{E01AC809-F1ED-DC1C-D0BA-CA759B900D54}"/>
              </a:ext>
            </a:extLst>
          </p:cNvPr>
          <p:cNvSpPr txBox="1"/>
          <p:nvPr/>
        </p:nvSpPr>
        <p:spPr>
          <a:xfrm>
            <a:off x="7326086" y="1538527"/>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324</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0.8897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Hialeah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8510.3x - 261374,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7918</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3628515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438617-94A0-FDF4-54CB-5C4E3CA3C0BA}"/>
              </a:ext>
            </a:extLst>
          </p:cNvPr>
          <p:cNvSpPr>
            <a:spLocks noGrp="1"/>
          </p:cNvSpPr>
          <p:nvPr>
            <p:ph type="body" sz="quarter" idx="10"/>
          </p:nvPr>
        </p:nvSpPr>
        <p:spPr/>
        <p:txBody>
          <a:bodyPr>
            <a:normAutofit fontScale="92500" lnSpcReduction="20000"/>
          </a:bodyPr>
          <a:lstStyle/>
          <a:p>
            <a:pPr algn="ctr"/>
            <a:r>
              <a:rPr lang="en-US" sz="4000" dirty="0"/>
              <a:t>Kissimmee 2019 Net Generation vs Mean Temperature Simple Linear Regression Model</a:t>
            </a:r>
            <a:endParaRPr lang="en-US" sz="3600" dirty="0"/>
          </a:p>
        </p:txBody>
      </p:sp>
      <p:pic>
        <p:nvPicPr>
          <p:cNvPr id="4" name="Content Placeholder 4" descr="A graph with numbers and a dotted line&#10;&#10;AI-generated content may be incorrect.">
            <a:extLst>
              <a:ext uri="{FF2B5EF4-FFF2-40B4-BE49-F238E27FC236}">
                <a16:creationId xmlns:a16="http://schemas.microsoft.com/office/drawing/2014/main" id="{774FC2ED-C761-D6E4-0595-9ADF8233A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3882"/>
            <a:ext cx="7326086" cy="4423674"/>
          </a:xfrm>
          <a:prstGeom prst="rect">
            <a:avLst/>
          </a:prstGeom>
        </p:spPr>
      </p:pic>
      <p:sp>
        <p:nvSpPr>
          <p:cNvPr id="7" name="TextBox 6">
            <a:extLst>
              <a:ext uri="{FF2B5EF4-FFF2-40B4-BE49-F238E27FC236}">
                <a16:creationId xmlns:a16="http://schemas.microsoft.com/office/drawing/2014/main" id="{EFB867C6-A161-7C71-5E9E-94C5BD04D861}"/>
              </a:ext>
            </a:extLst>
          </p:cNvPr>
          <p:cNvSpPr txBox="1"/>
          <p:nvPr/>
        </p:nvSpPr>
        <p:spPr>
          <a:xfrm>
            <a:off x="7402286" y="1647074"/>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313</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0.8680</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a:t>
            </a:r>
            <a:r>
              <a:rPr lang="en-US" sz="2000" dirty="0">
                <a:solidFill>
                  <a:schemeClr val="bg1"/>
                </a:solidFill>
                <a:latin typeface="+mj-lt"/>
                <a:ea typeface="Times New Roman" panose="02020603050405020304" pitchFamily="18" charset="0"/>
              </a:rPr>
              <a:t>daily n</a:t>
            </a:r>
            <a:r>
              <a:rPr lang="en-US" sz="2000" dirty="0">
                <a:solidFill>
                  <a:schemeClr val="bg1"/>
                </a:solidFill>
                <a:effectLst/>
                <a:latin typeface="+mj-lt"/>
                <a:ea typeface="Times New Roman" panose="02020603050405020304" pitchFamily="18" charset="0"/>
              </a:rPr>
              <a:t>et generation and daily mean temperature in </a:t>
            </a:r>
            <a:r>
              <a:rPr lang="en-US" sz="2000" dirty="0">
                <a:solidFill>
                  <a:schemeClr val="bg1"/>
                </a:solidFill>
                <a:latin typeface="+mj-lt"/>
                <a:ea typeface="Times New Roman" panose="02020603050405020304" pitchFamily="18" charset="0"/>
              </a:rPr>
              <a:t>Kissimmee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4738.3</a:t>
            </a:r>
            <a:r>
              <a:rPr lang="en-US" sz="2000" dirty="0">
                <a:solidFill>
                  <a:schemeClr val="bg1"/>
                </a:solidFill>
                <a:effectLst/>
                <a:latin typeface="+mj-lt"/>
                <a:ea typeface="Times New Roman" panose="02020603050405020304" pitchFamily="18" charset="0"/>
              </a:rPr>
              <a:t>x - 2183.7,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7535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433247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532FCE-D3A2-8141-9FA1-F0E63BF814C9}"/>
              </a:ext>
            </a:extLst>
          </p:cNvPr>
          <p:cNvSpPr>
            <a:spLocks noGrp="1"/>
          </p:cNvSpPr>
          <p:nvPr>
            <p:ph type="body" sz="quarter" idx="10"/>
          </p:nvPr>
        </p:nvSpPr>
        <p:spPr/>
        <p:txBody>
          <a:bodyPr>
            <a:normAutofit fontScale="92500" lnSpcReduction="20000"/>
          </a:bodyPr>
          <a:lstStyle/>
          <a:p>
            <a:pPr algn="ctr"/>
            <a:r>
              <a:rPr lang="en-US" sz="4000" dirty="0"/>
              <a:t>Daytona Beach 2019 Net Generation vs Mean Temperature Simple Linear Regression Model</a:t>
            </a:r>
            <a:endParaRPr lang="en-US" sz="3600" dirty="0"/>
          </a:p>
        </p:txBody>
      </p:sp>
      <p:pic>
        <p:nvPicPr>
          <p:cNvPr id="4" name="Content Placeholder 4" descr="A graph with numbers and a line&#10;&#10;AI-generated content may be incorrect.">
            <a:extLst>
              <a:ext uri="{FF2B5EF4-FFF2-40B4-BE49-F238E27FC236}">
                <a16:creationId xmlns:a16="http://schemas.microsoft.com/office/drawing/2014/main" id="{800034FE-FD9E-C821-021E-97EB6525E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763840"/>
            <a:ext cx="7133147" cy="4374472"/>
          </a:xfrm>
          <a:prstGeom prst="rect">
            <a:avLst/>
          </a:prstGeom>
        </p:spPr>
      </p:pic>
      <p:sp>
        <p:nvSpPr>
          <p:cNvPr id="7" name="TextBox 6">
            <a:extLst>
              <a:ext uri="{FF2B5EF4-FFF2-40B4-BE49-F238E27FC236}">
                <a16:creationId xmlns:a16="http://schemas.microsoft.com/office/drawing/2014/main" id="{8A636261-2DFA-EF23-7177-35446937F76E}"/>
              </a:ext>
            </a:extLst>
          </p:cNvPr>
          <p:cNvSpPr txBox="1"/>
          <p:nvPr/>
        </p:nvSpPr>
        <p:spPr>
          <a:xfrm>
            <a:off x="7326086" y="1596585"/>
            <a:ext cx="4789714"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0.8581</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Daytona Beach</a:t>
            </a:r>
            <a:r>
              <a:rPr lang="en-US" sz="2000" dirty="0">
                <a:solidFill>
                  <a:schemeClr val="bg1"/>
                </a:solidFill>
                <a:latin typeface="+mj-lt"/>
                <a:ea typeface="Times New Roman" panose="02020603050405020304" pitchFamily="18" charset="0"/>
              </a:rPr>
              <a:t>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4652.3</a:t>
            </a:r>
            <a:r>
              <a:rPr lang="en-US" sz="2000" dirty="0">
                <a:solidFill>
                  <a:schemeClr val="bg1"/>
                </a:solidFill>
                <a:effectLst/>
                <a:latin typeface="+mj-lt"/>
                <a:ea typeface="Times New Roman" panose="02020603050405020304" pitchFamily="18" charset="0"/>
              </a:rPr>
              <a:t>x + 12633,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0.7364.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677726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428A83-D1E0-C17F-2B47-2139820FCEC8}"/>
              </a:ext>
            </a:extLst>
          </p:cNvPr>
          <p:cNvSpPr>
            <a:spLocks noGrp="1"/>
          </p:cNvSpPr>
          <p:nvPr>
            <p:ph type="body" sz="quarter" idx="10"/>
          </p:nvPr>
        </p:nvSpPr>
        <p:spPr/>
        <p:txBody>
          <a:bodyPr>
            <a:normAutofit fontScale="92500" lnSpcReduction="20000"/>
          </a:bodyPr>
          <a:lstStyle/>
          <a:p>
            <a:pPr algn="ctr"/>
            <a:r>
              <a:rPr lang="en-US" sz="4000" dirty="0"/>
              <a:t>Miami 2024 Net Generation vs Mean Temperature Simple Linear Regression Model</a:t>
            </a:r>
            <a:endParaRPr lang="en-US" sz="3600" dirty="0"/>
          </a:p>
        </p:txBody>
      </p:sp>
      <p:pic>
        <p:nvPicPr>
          <p:cNvPr id="4" name="Content Placeholder 4" descr="A graph with numbers and a line graph&#10;&#10;AI-generated content may be incorrect.">
            <a:extLst>
              <a:ext uri="{FF2B5EF4-FFF2-40B4-BE49-F238E27FC236}">
                <a16:creationId xmlns:a16="http://schemas.microsoft.com/office/drawing/2014/main" id="{B0825DA0-833B-C73C-24EA-7C0B2D788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56" y="1804755"/>
            <a:ext cx="7374542" cy="4453128"/>
          </a:xfrm>
          <a:prstGeom prst="rect">
            <a:avLst/>
          </a:prstGeom>
        </p:spPr>
      </p:pic>
      <p:sp>
        <p:nvSpPr>
          <p:cNvPr id="5" name="TextBox 4">
            <a:extLst>
              <a:ext uri="{FF2B5EF4-FFF2-40B4-BE49-F238E27FC236}">
                <a16:creationId xmlns:a16="http://schemas.microsoft.com/office/drawing/2014/main" id="{4EC6BC39-C810-2A2A-ECD4-A48A176DAB96}"/>
              </a:ext>
            </a:extLst>
          </p:cNvPr>
          <p:cNvSpPr txBox="1"/>
          <p:nvPr/>
        </p:nvSpPr>
        <p:spPr>
          <a:xfrm>
            <a:off x="7326086" y="1328132"/>
            <a:ext cx="4789714"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366</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0.8831</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Miami in </a:t>
            </a:r>
            <a:r>
              <a:rPr lang="en-US" sz="2000" dirty="0">
                <a:solidFill>
                  <a:schemeClr val="bg1"/>
                </a:solidFill>
                <a:latin typeface="+mj-lt"/>
                <a:ea typeface="Times New Roman" panose="02020603050405020304" pitchFamily="18" charset="0"/>
              </a:rPr>
              <a:t>2024</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9269.8x - 323373,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7798</a:t>
            </a:r>
            <a:r>
              <a:rPr lang="en-US" sz="2000" dirty="0">
                <a:solidFill>
                  <a:schemeClr val="bg1"/>
                </a:solidFill>
                <a:effectLst/>
                <a:latin typeface="+mj-lt"/>
                <a:ea typeface="Times New Roman" panose="02020603050405020304" pitchFamily="18" charset="0"/>
              </a:rPr>
              <a:t>. </a:t>
            </a:r>
          </a:p>
        </p:txBody>
      </p:sp>
    </p:spTree>
    <p:extLst>
      <p:ext uri="{BB962C8B-B14F-4D97-AF65-F5344CB8AC3E}">
        <p14:creationId xmlns:p14="http://schemas.microsoft.com/office/powerpoint/2010/main" val="2532702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6D3E9D-63EE-5196-A43A-71B9837B8131}"/>
              </a:ext>
            </a:extLst>
          </p:cNvPr>
          <p:cNvSpPr>
            <a:spLocks noGrp="1"/>
          </p:cNvSpPr>
          <p:nvPr>
            <p:ph type="body" sz="quarter" idx="10"/>
          </p:nvPr>
        </p:nvSpPr>
        <p:spPr/>
        <p:txBody>
          <a:bodyPr>
            <a:normAutofit fontScale="92500" lnSpcReduction="20000"/>
          </a:bodyPr>
          <a:lstStyle/>
          <a:p>
            <a:pPr algn="ctr"/>
            <a:r>
              <a:rPr lang="en-US" sz="4000" dirty="0"/>
              <a:t>Kissimmee 2024 Net Generation vs Mean Temperature Simple Linear Regression Model</a:t>
            </a:r>
            <a:endParaRPr lang="en-US" sz="3600" dirty="0"/>
          </a:p>
        </p:txBody>
      </p:sp>
      <p:pic>
        <p:nvPicPr>
          <p:cNvPr id="4" name="Content Placeholder 4" descr="A graph with numbers and dots&#10;&#10;AI-generated content may be incorrect.">
            <a:extLst>
              <a:ext uri="{FF2B5EF4-FFF2-40B4-BE49-F238E27FC236}">
                <a16:creationId xmlns:a16="http://schemas.microsoft.com/office/drawing/2014/main" id="{9B7472B5-B50B-F03D-B598-A08D07308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326086" cy="4357671"/>
          </a:xfrm>
          <a:prstGeom prst="rect">
            <a:avLst/>
          </a:prstGeom>
        </p:spPr>
      </p:pic>
      <p:sp>
        <p:nvSpPr>
          <p:cNvPr id="5" name="TextBox 4">
            <a:extLst>
              <a:ext uri="{FF2B5EF4-FFF2-40B4-BE49-F238E27FC236}">
                <a16:creationId xmlns:a16="http://schemas.microsoft.com/office/drawing/2014/main" id="{BD254A5B-9608-85EF-5643-ABE92144F636}"/>
              </a:ext>
            </a:extLst>
          </p:cNvPr>
          <p:cNvSpPr txBox="1"/>
          <p:nvPr/>
        </p:nvSpPr>
        <p:spPr>
          <a:xfrm>
            <a:off x="7326086" y="1253422"/>
            <a:ext cx="4789714"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330</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0.8757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Kissimmee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6042.2</a:t>
            </a:r>
            <a:r>
              <a:rPr lang="en-US" sz="2000" dirty="0">
                <a:solidFill>
                  <a:schemeClr val="bg1"/>
                </a:solidFill>
                <a:effectLst/>
                <a:latin typeface="+mj-lt"/>
                <a:ea typeface="Times New Roman" panose="02020603050405020304" pitchFamily="18" charset="0"/>
              </a:rPr>
              <a:t>x - 42924,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7669</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447063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45BBA5-21A4-E5AC-5CE7-A357324189BE}"/>
              </a:ext>
            </a:extLst>
          </p:cNvPr>
          <p:cNvSpPr>
            <a:spLocks noGrp="1"/>
          </p:cNvSpPr>
          <p:nvPr>
            <p:ph type="body" sz="quarter" idx="10"/>
          </p:nvPr>
        </p:nvSpPr>
        <p:spPr/>
        <p:txBody>
          <a:bodyPr>
            <a:normAutofit fontScale="92500" lnSpcReduction="20000"/>
          </a:bodyPr>
          <a:lstStyle/>
          <a:p>
            <a:pPr algn="ctr"/>
            <a:r>
              <a:rPr lang="en-US" sz="4000" dirty="0"/>
              <a:t>Ft. Lauderdale 2024 Net Generation vs Mean Temperature Simple Linear Regression Model</a:t>
            </a:r>
            <a:endParaRPr lang="en-US" sz="3600" dirty="0"/>
          </a:p>
        </p:txBody>
      </p:sp>
      <p:pic>
        <p:nvPicPr>
          <p:cNvPr id="6" name="Content Placeholder 4" descr="A graph with numbers and a dotted line&#10;&#10;AI-generated content may be incorrect.">
            <a:extLst>
              <a:ext uri="{FF2B5EF4-FFF2-40B4-BE49-F238E27FC236}">
                <a16:creationId xmlns:a16="http://schemas.microsoft.com/office/drawing/2014/main" id="{3B1C27D2-07E1-F8A1-C635-CC871E235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 y="1589315"/>
            <a:ext cx="7385104" cy="4447384"/>
          </a:xfrm>
          <a:prstGeom prst="rect">
            <a:avLst/>
          </a:prstGeom>
        </p:spPr>
      </p:pic>
      <p:sp>
        <p:nvSpPr>
          <p:cNvPr id="7" name="TextBox 6">
            <a:extLst>
              <a:ext uri="{FF2B5EF4-FFF2-40B4-BE49-F238E27FC236}">
                <a16:creationId xmlns:a16="http://schemas.microsoft.com/office/drawing/2014/main" id="{C8F60860-5FE4-16BB-9241-8BDC26E52A9F}"/>
              </a:ext>
            </a:extLst>
          </p:cNvPr>
          <p:cNvSpPr txBox="1"/>
          <p:nvPr/>
        </p:nvSpPr>
        <p:spPr>
          <a:xfrm>
            <a:off x="7402286" y="1311629"/>
            <a:ext cx="4789714" cy="486287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364</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0.8709</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Ft. Lauderdale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8396.7</a:t>
            </a:r>
            <a:r>
              <a:rPr lang="en-US" sz="2000" dirty="0">
                <a:solidFill>
                  <a:schemeClr val="bg1"/>
                </a:solidFill>
                <a:effectLst/>
                <a:latin typeface="+mj-lt"/>
                <a:ea typeface="Times New Roman" panose="02020603050405020304" pitchFamily="18" charset="0"/>
              </a:rPr>
              <a:t>x - 246755,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7585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5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endParaRPr lang="en-US" sz="15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779783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BF9EE-A462-FDFE-DC93-25F86361F77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2EBB13-C6A2-6156-0C74-91485953500F}"/>
              </a:ext>
            </a:extLst>
          </p:cNvPr>
          <p:cNvSpPr>
            <a:spLocks noGrp="1"/>
          </p:cNvSpPr>
          <p:nvPr>
            <p:ph type="body" sz="quarter" idx="10"/>
          </p:nvPr>
        </p:nvSpPr>
        <p:spPr/>
        <p:txBody>
          <a:bodyPr>
            <a:normAutofit fontScale="92500" lnSpcReduction="10000"/>
          </a:bodyPr>
          <a:lstStyle/>
          <a:p>
            <a:pPr algn="ctr"/>
            <a:r>
              <a:rPr lang="en-US" sz="7200" dirty="0"/>
              <a:t>Additional Findings</a:t>
            </a:r>
            <a:endParaRPr lang="en-US" sz="4400" dirty="0"/>
          </a:p>
        </p:txBody>
      </p:sp>
      <p:sp>
        <p:nvSpPr>
          <p:cNvPr id="8" name="TextBox 7">
            <a:extLst>
              <a:ext uri="{FF2B5EF4-FFF2-40B4-BE49-F238E27FC236}">
                <a16:creationId xmlns:a16="http://schemas.microsoft.com/office/drawing/2014/main" id="{7146A8D4-8733-AEC3-9FB1-30A477AB2AA2}"/>
              </a:ext>
            </a:extLst>
          </p:cNvPr>
          <p:cNvSpPr txBox="1"/>
          <p:nvPr/>
        </p:nvSpPr>
        <p:spPr>
          <a:xfrm>
            <a:off x="895675" y="1665515"/>
            <a:ext cx="10912883" cy="4031873"/>
          </a:xfrm>
          <a:prstGeom prst="rect">
            <a:avLst/>
          </a:prstGeom>
          <a:noFill/>
        </p:spPr>
        <p:txBody>
          <a:bodyPr wrap="square">
            <a:spAutoFit/>
          </a:bodyPr>
          <a:lstStyle/>
          <a:p>
            <a:pPr marL="571500" indent="-571500">
              <a:buFont typeface="Arial" panose="020B0604020202020204" pitchFamily="34" charset="0"/>
              <a:buChar char="•"/>
            </a:pPr>
            <a:r>
              <a:rPr lang="en-US" sz="3200" dirty="0">
                <a:solidFill>
                  <a:schemeClr val="bg1"/>
                </a:solidFill>
                <a:latin typeface="Aptos (Body)"/>
              </a:rPr>
              <a:t>The independent variable precipitation was also analyzed briefly in separate models across demand and net generation. </a:t>
            </a:r>
          </a:p>
          <a:p>
            <a:pPr marL="571500" indent="-571500">
              <a:buFont typeface="Arial" panose="020B0604020202020204" pitchFamily="34" charset="0"/>
              <a:buChar char="•"/>
            </a:pPr>
            <a:r>
              <a:rPr lang="en-US" sz="3200" dirty="0">
                <a:solidFill>
                  <a:schemeClr val="bg1"/>
                </a:solidFill>
                <a:latin typeface="Aptos (Body)"/>
              </a:rPr>
              <a:t>These models overall showed weak linear correlation. Moreover, very weak R-squared values and weak Pearson’s correlations coefficients were outputted as well. </a:t>
            </a:r>
          </a:p>
          <a:p>
            <a:pPr marL="571500" indent="-571500">
              <a:buFont typeface="Arial" panose="020B0604020202020204" pitchFamily="34" charset="0"/>
              <a:buChar char="•"/>
            </a:pPr>
            <a:r>
              <a:rPr lang="en-US" sz="3200" dirty="0">
                <a:solidFill>
                  <a:schemeClr val="bg1"/>
                </a:solidFill>
                <a:latin typeface="Aptos (Body)"/>
              </a:rPr>
              <a:t>This is shown in the following graphs.</a:t>
            </a:r>
          </a:p>
        </p:txBody>
      </p:sp>
    </p:spTree>
    <p:extLst>
      <p:ext uri="{BB962C8B-B14F-4D97-AF65-F5344CB8AC3E}">
        <p14:creationId xmlns:p14="http://schemas.microsoft.com/office/powerpoint/2010/main" val="2278551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94D9B-285E-8597-D4A5-27AFD3692FC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89C5B2E-77AB-CF42-1932-ED579D0A7D26}"/>
              </a:ext>
            </a:extLst>
          </p:cNvPr>
          <p:cNvSpPr>
            <a:spLocks noGrp="1"/>
          </p:cNvSpPr>
          <p:nvPr>
            <p:ph type="body" sz="quarter" idx="10"/>
          </p:nvPr>
        </p:nvSpPr>
        <p:spPr/>
        <p:txBody>
          <a:bodyPr>
            <a:normAutofit fontScale="92500"/>
          </a:bodyPr>
          <a:lstStyle/>
          <a:p>
            <a:pPr algn="ctr"/>
            <a:r>
              <a:rPr lang="en-US" sz="4400" dirty="0"/>
              <a:t>Electrical Demand vs Precipitation Example</a:t>
            </a:r>
            <a:endParaRPr lang="en-US" sz="4000" dirty="0"/>
          </a:p>
        </p:txBody>
      </p:sp>
      <p:pic>
        <p:nvPicPr>
          <p:cNvPr id="4" name="Content Placeholder 9" descr="A graph with blue dots and yellow lines&#10;&#10;AI-generated content may be incorrect.">
            <a:extLst>
              <a:ext uri="{FF2B5EF4-FFF2-40B4-BE49-F238E27FC236}">
                <a16:creationId xmlns:a16="http://schemas.microsoft.com/office/drawing/2014/main" id="{A55CD7B4-775A-5303-8EB6-6779E6B49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356320" cy="4521495"/>
          </a:xfrm>
          <a:prstGeom prst="rect">
            <a:avLst/>
          </a:prstGeom>
        </p:spPr>
      </p:pic>
      <p:sp>
        <p:nvSpPr>
          <p:cNvPr id="5" name="TextBox 4">
            <a:extLst>
              <a:ext uri="{FF2B5EF4-FFF2-40B4-BE49-F238E27FC236}">
                <a16:creationId xmlns:a16="http://schemas.microsoft.com/office/drawing/2014/main" id="{20FB6333-C204-F505-2866-545ED2DACD3D}"/>
              </a:ext>
            </a:extLst>
          </p:cNvPr>
          <p:cNvSpPr txBox="1"/>
          <p:nvPr/>
        </p:nvSpPr>
        <p:spPr>
          <a:xfrm>
            <a:off x="7356320" y="1334703"/>
            <a:ext cx="4789714"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-0.0316</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a:t>
            </a:r>
            <a:r>
              <a:rPr lang="en-US" sz="2000" dirty="0">
                <a:solidFill>
                  <a:schemeClr val="bg1"/>
                </a:solidFill>
                <a:latin typeface="+mj-lt"/>
                <a:ea typeface="Times New Roman" panose="02020603050405020304" pitchFamily="18" charset="0"/>
              </a:rPr>
              <a:t>daily precipitation</a:t>
            </a:r>
            <a:r>
              <a:rPr lang="en-US" sz="2000" dirty="0">
                <a:solidFill>
                  <a:schemeClr val="bg1"/>
                </a:solidFill>
                <a:effectLst/>
                <a:latin typeface="+mj-lt"/>
                <a:ea typeface="Times New Roman" panose="02020603050405020304" pitchFamily="18" charset="0"/>
              </a:rPr>
              <a:t> in Ft. Lauderdale </a:t>
            </a:r>
            <a:r>
              <a:rPr lang="en-US" sz="2000" dirty="0">
                <a:solidFill>
                  <a:schemeClr val="bg1"/>
                </a:solidFill>
                <a:latin typeface="+mj-lt"/>
                <a:ea typeface="Times New Roman" panose="02020603050405020304" pitchFamily="18" charset="0"/>
              </a:rPr>
              <a:t>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-3612.2x - 351495,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0.001.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642502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754E24-B196-DAF5-795C-00DFDD2EE197}"/>
              </a:ext>
            </a:extLst>
          </p:cNvPr>
          <p:cNvSpPr>
            <a:spLocks noGrp="1"/>
          </p:cNvSpPr>
          <p:nvPr>
            <p:ph type="body" sz="quarter" idx="10"/>
          </p:nvPr>
        </p:nvSpPr>
        <p:spPr/>
        <p:txBody>
          <a:bodyPr>
            <a:normAutofit fontScale="92500"/>
          </a:bodyPr>
          <a:lstStyle/>
          <a:p>
            <a:pPr algn="ctr"/>
            <a:r>
              <a:rPr lang="en-US" sz="4800" dirty="0"/>
              <a:t>Net Generation vs Precipitation Example</a:t>
            </a:r>
          </a:p>
        </p:txBody>
      </p:sp>
      <p:pic>
        <p:nvPicPr>
          <p:cNvPr id="4" name="Content Placeholder 7" descr="A graph with dots and lines&#10;&#10;AI-generated content may be incorrect.">
            <a:extLst>
              <a:ext uri="{FF2B5EF4-FFF2-40B4-BE49-F238E27FC236}">
                <a16:creationId xmlns:a16="http://schemas.microsoft.com/office/drawing/2014/main" id="{3B46B65C-0A3C-43EB-3CE5-CECDEAECCB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3936"/>
            <a:ext cx="7393512" cy="4501283"/>
          </a:xfrm>
          <a:prstGeom prst="rect">
            <a:avLst/>
          </a:prstGeom>
        </p:spPr>
      </p:pic>
      <p:sp>
        <p:nvSpPr>
          <p:cNvPr id="5" name="TextBox 4">
            <a:extLst>
              <a:ext uri="{FF2B5EF4-FFF2-40B4-BE49-F238E27FC236}">
                <a16:creationId xmlns:a16="http://schemas.microsoft.com/office/drawing/2014/main" id="{1EFE903C-DA31-8F9B-2190-C95FB75F532B}"/>
              </a:ext>
            </a:extLst>
          </p:cNvPr>
          <p:cNvSpPr txBox="1"/>
          <p:nvPr/>
        </p:nvSpPr>
        <p:spPr>
          <a:xfrm>
            <a:off x="7402286" y="1350794"/>
            <a:ext cx="4789714" cy="4708981"/>
          </a:xfrm>
          <a:prstGeom prst="rect">
            <a:avLst/>
          </a:prstGeom>
          <a:noFill/>
        </p:spPr>
        <p:txBody>
          <a:bodyPr wrap="square" rtlCol="0">
            <a:spAutoFit/>
          </a:bodyPr>
          <a:lstStyle/>
          <a:p>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332</a:t>
            </a:r>
            <a:r>
              <a:rPr lang="en-US" sz="2000" dirty="0">
                <a:solidFill>
                  <a:schemeClr val="bg1"/>
                </a:solidFill>
                <a:effectLst/>
                <a:latin typeface="+mj-lt"/>
                <a:ea typeface="Times New Roman" panose="02020603050405020304" pitchFamily="18" charset="0"/>
              </a:rPr>
              <a:t> observations were used to find the regression equation. </a:t>
            </a:r>
          </a:p>
          <a:p>
            <a:endParaRPr lang="en-US" sz="2000" dirty="0">
              <a:solidFill>
                <a:schemeClr val="bg1"/>
              </a:solidFill>
              <a:latin typeface="+mj-lt"/>
              <a:ea typeface="Times New Roman" panose="02020603050405020304" pitchFamily="18" charset="0"/>
            </a:endParaRPr>
          </a:p>
          <a:p>
            <a:r>
              <a:rPr lang="en-US" sz="2000" dirty="0">
                <a:solidFill>
                  <a:schemeClr val="bg1"/>
                </a:solidFill>
                <a:effectLst/>
                <a:latin typeface="+mj-lt"/>
                <a:ea typeface="Times New Roman" panose="02020603050405020304" pitchFamily="18" charset="0"/>
              </a:rPr>
              <a:t>The Pearson correlation coefficient between these two variables is 0.0806</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0" marR="0"/>
            <a:endParaRPr lang="en-US" sz="2000" dirty="0">
              <a:solidFill>
                <a:schemeClr val="bg1"/>
              </a:solidFill>
              <a:effectLst/>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A linear regression model is shown here between the </a:t>
            </a:r>
            <a:r>
              <a:rPr lang="en-US" sz="2000" dirty="0">
                <a:solidFill>
                  <a:schemeClr val="bg1"/>
                </a:solidFill>
                <a:latin typeface="+mj-lt"/>
                <a:ea typeface="Times New Roman" panose="02020603050405020304" pitchFamily="18" charset="0"/>
              </a:rPr>
              <a:t>daily net generation and daily precipitation </a:t>
            </a:r>
            <a:r>
              <a:rPr lang="en-US" sz="2000" dirty="0">
                <a:solidFill>
                  <a:schemeClr val="bg1"/>
                </a:solidFill>
                <a:effectLst/>
                <a:latin typeface="+mj-lt"/>
                <a:ea typeface="Times New Roman" panose="02020603050405020304" pitchFamily="18" charset="0"/>
              </a:rPr>
              <a:t>in Hialeah in 2019. The equation of the line is </a:t>
            </a:r>
          </a:p>
          <a:p>
            <a:pPr marL="0" marR="0"/>
            <a:endParaRPr lang="en-US" sz="2000" dirty="0">
              <a:solidFill>
                <a:schemeClr val="bg1"/>
              </a:solidFill>
              <a:effectLst/>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9357.1</a:t>
            </a:r>
            <a:r>
              <a:rPr lang="en-US" sz="2000" dirty="0">
                <a:solidFill>
                  <a:schemeClr val="bg1"/>
                </a:solidFill>
                <a:effectLst/>
                <a:latin typeface="+mj-lt"/>
                <a:ea typeface="Times New Roman" panose="02020603050405020304" pitchFamily="18" charset="0"/>
              </a:rPr>
              <a:t>x + 352378, </a:t>
            </a:r>
          </a:p>
          <a:p>
            <a:pPr marL="0" marR="0"/>
            <a:endParaRPr lang="en-US" sz="2000" dirty="0">
              <a:solidFill>
                <a:schemeClr val="bg1"/>
              </a:solidFill>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and the R squared value is 0.00</a:t>
            </a:r>
            <a:r>
              <a:rPr lang="en-US" sz="2000" dirty="0">
                <a:solidFill>
                  <a:schemeClr val="bg1"/>
                </a:solidFill>
                <a:latin typeface="+mj-lt"/>
                <a:ea typeface="Times New Roman" panose="02020603050405020304" pitchFamily="18" charset="0"/>
              </a:rPr>
              <a:t>65</a:t>
            </a:r>
            <a:r>
              <a:rPr lang="en-US" sz="2000" dirty="0">
                <a:solidFill>
                  <a:schemeClr val="bg1"/>
                </a:solidFill>
                <a:effectLst/>
                <a:latin typeface="+mj-lt"/>
                <a:ea typeface="Times New Roman" panose="02020603050405020304" pitchFamily="18" charset="0"/>
              </a:rPr>
              <a:t>. </a:t>
            </a:r>
          </a:p>
          <a:p>
            <a:pPr marL="0" marR="0"/>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89899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6220-B2BA-59E6-1D7B-F3CD67E37C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A4FFAE9-ED2A-E343-B2D8-3BE3D9E4EE8E}"/>
              </a:ext>
            </a:extLst>
          </p:cNvPr>
          <p:cNvSpPr>
            <a:spLocks noGrp="1"/>
          </p:cNvSpPr>
          <p:nvPr>
            <p:ph type="body" sz="quarter" idx="10"/>
          </p:nvPr>
        </p:nvSpPr>
        <p:spPr/>
        <p:txBody>
          <a:bodyPr>
            <a:normAutofit fontScale="92500" lnSpcReduction="10000"/>
          </a:bodyPr>
          <a:lstStyle/>
          <a:p>
            <a:pPr algn="ctr"/>
            <a:r>
              <a:rPr lang="en-US" sz="7200" dirty="0"/>
              <a:t>Main Conclusions</a:t>
            </a:r>
            <a:endParaRPr lang="en-US" sz="4400" dirty="0"/>
          </a:p>
        </p:txBody>
      </p:sp>
      <p:sp>
        <p:nvSpPr>
          <p:cNvPr id="8" name="TextBox 7">
            <a:extLst>
              <a:ext uri="{FF2B5EF4-FFF2-40B4-BE49-F238E27FC236}">
                <a16:creationId xmlns:a16="http://schemas.microsoft.com/office/drawing/2014/main" id="{2C0A3F74-0A49-3A27-865E-4686D55DE734}"/>
              </a:ext>
            </a:extLst>
          </p:cNvPr>
          <p:cNvSpPr txBox="1"/>
          <p:nvPr/>
        </p:nvSpPr>
        <p:spPr>
          <a:xfrm>
            <a:off x="383441" y="1447916"/>
            <a:ext cx="11425118" cy="4693593"/>
          </a:xfrm>
          <a:prstGeom prst="rect">
            <a:avLst/>
          </a:prstGeom>
          <a:noFill/>
        </p:spPr>
        <p:txBody>
          <a:bodyPr wrap="square">
            <a:spAutoFit/>
          </a:bodyPr>
          <a:lstStyle/>
          <a:p>
            <a:pPr>
              <a:buFont typeface="Arial" panose="020B0604020202020204" pitchFamily="34" charset="0"/>
              <a:buChar char="•"/>
            </a:pPr>
            <a:r>
              <a:rPr lang="en-US" sz="2300" dirty="0">
                <a:solidFill>
                  <a:schemeClr val="bg1"/>
                </a:solidFill>
                <a:latin typeface="Aptos" panose="020B0004020202020204" pitchFamily="34" charset="0"/>
              </a:rPr>
              <a:t>According to the statistical outputs, the results show there is a strong positive linear correlation between mean temperature and electrical demand, and between mean temperature and net generation.</a:t>
            </a:r>
          </a:p>
          <a:p>
            <a:pPr>
              <a:buFont typeface="Arial" panose="020B0604020202020204" pitchFamily="34" charset="0"/>
              <a:buChar char="•"/>
            </a:pPr>
            <a:r>
              <a:rPr lang="en-US" sz="2300" dirty="0">
                <a:solidFill>
                  <a:schemeClr val="bg1"/>
                </a:solidFill>
                <a:latin typeface="Aptos" panose="020B0004020202020204" pitchFamily="34" charset="0"/>
              </a:rPr>
              <a:t> There is also evidence for more electrical consumption when temperatures rises in each of the ten Florida locations.</a:t>
            </a:r>
          </a:p>
          <a:p>
            <a:pPr>
              <a:buFont typeface="Arial" panose="020B0604020202020204" pitchFamily="34" charset="0"/>
              <a:buChar char="•"/>
            </a:pPr>
            <a:r>
              <a:rPr lang="en-US" sz="2300" dirty="0">
                <a:solidFill>
                  <a:schemeClr val="bg1"/>
                </a:solidFill>
                <a:latin typeface="Aptos" panose="020B0004020202020204" pitchFamily="34" charset="0"/>
              </a:rPr>
              <a:t> Conversely, there is less electrical consumption when temperature is lower in each of the ten cities. </a:t>
            </a:r>
          </a:p>
          <a:p>
            <a:pPr>
              <a:buFont typeface="Arial" panose="020B0604020202020204" pitchFamily="34" charset="0"/>
              <a:buChar char="•"/>
            </a:pPr>
            <a:r>
              <a:rPr lang="en-US" sz="2300" dirty="0">
                <a:solidFill>
                  <a:schemeClr val="bg1"/>
                </a:solidFill>
                <a:latin typeface="Aptos" panose="020B0004020202020204" pitchFamily="34" charset="0"/>
              </a:rPr>
              <a:t> Also, by including more variables in the linear regression model will increase the goodness of fit indicator or R-squared coefficient. In the next presentation, this will be further discussed.</a:t>
            </a:r>
          </a:p>
          <a:p>
            <a:pPr>
              <a:buFont typeface="Arial" panose="020B0604020202020204" pitchFamily="34" charset="0"/>
              <a:buChar char="•"/>
            </a:pPr>
            <a:r>
              <a:rPr lang="en-US" sz="2300" dirty="0">
                <a:solidFill>
                  <a:schemeClr val="bg1"/>
                </a:solidFill>
                <a:latin typeface="Aptos" panose="020B0004020202020204" pitchFamily="34" charset="0"/>
              </a:rPr>
              <a:t>In addition, the results show that cities comprised of much tourism and coastal areas and higher population exhibit stronger positive linear correlation due to the higher R-squared and Pearson’s correlation coefficient values.</a:t>
            </a:r>
          </a:p>
        </p:txBody>
      </p:sp>
    </p:spTree>
    <p:extLst>
      <p:ext uri="{BB962C8B-B14F-4D97-AF65-F5344CB8AC3E}">
        <p14:creationId xmlns:p14="http://schemas.microsoft.com/office/powerpoint/2010/main" val="530254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7E9659-6D5C-DC45-6F2C-5DB14CD07C23}"/>
              </a:ext>
            </a:extLst>
          </p:cNvPr>
          <p:cNvSpPr>
            <a:spLocks noGrp="1"/>
          </p:cNvSpPr>
          <p:nvPr>
            <p:ph type="body" sz="quarter" idx="10"/>
          </p:nvPr>
        </p:nvSpPr>
        <p:spPr/>
        <p:txBody>
          <a:bodyPr>
            <a:normAutofit/>
          </a:bodyPr>
          <a:lstStyle/>
          <a:p>
            <a:pPr algn="ctr"/>
            <a:r>
              <a:rPr lang="en-US" sz="6000" dirty="0"/>
              <a:t>References</a:t>
            </a:r>
          </a:p>
        </p:txBody>
      </p:sp>
      <p:sp>
        <p:nvSpPr>
          <p:cNvPr id="7" name="TextBox 6">
            <a:extLst>
              <a:ext uri="{FF2B5EF4-FFF2-40B4-BE49-F238E27FC236}">
                <a16:creationId xmlns:a16="http://schemas.microsoft.com/office/drawing/2014/main" id="{E159D9DA-55CA-7EB6-BE19-CA3B213A3228}"/>
              </a:ext>
            </a:extLst>
          </p:cNvPr>
          <p:cNvSpPr txBox="1"/>
          <p:nvPr/>
        </p:nvSpPr>
        <p:spPr>
          <a:xfrm>
            <a:off x="511629" y="1447916"/>
            <a:ext cx="11440885" cy="4678204"/>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Elementary Statistics 14th edition </a:t>
            </a:r>
          </a:p>
          <a:p>
            <a:r>
              <a:rPr lang="en-US" sz="2800" dirty="0">
                <a:solidFill>
                  <a:schemeClr val="bg1"/>
                </a:solidFill>
                <a:latin typeface="+mj-lt"/>
              </a:rPr>
              <a:t>     Mario F. Triola Chapter 10 Correlation and Regression </a:t>
            </a:r>
          </a:p>
          <a:p>
            <a:r>
              <a:rPr lang="en-US" sz="2800" dirty="0">
                <a:solidFill>
                  <a:schemeClr val="bg1"/>
                </a:solidFill>
                <a:latin typeface="+mj-lt"/>
                <a:ea typeface="Space Grotesk"/>
                <a:cs typeface="Space Grotesk"/>
                <a:sym typeface="Space Grotesk"/>
              </a:rPr>
              <a:t>     U.S. Energy Information Administration (EIA) database focusing on FPL data</a:t>
            </a:r>
          </a:p>
          <a:p>
            <a:r>
              <a:rPr lang="en-US" sz="2800" dirty="0">
                <a:solidFill>
                  <a:schemeClr val="bg1"/>
                </a:solidFill>
                <a:latin typeface="+mj-lt"/>
                <a:ea typeface="Space Grotesk"/>
                <a:cs typeface="Space Grotesk"/>
                <a:sym typeface="Space Grotesk"/>
              </a:rPr>
              <a:t>     Link:</a:t>
            </a:r>
            <a:br>
              <a:rPr lang="en-US" sz="2800" dirty="0">
                <a:solidFill>
                  <a:schemeClr val="bg1"/>
                </a:solidFill>
                <a:latin typeface="+mj-lt"/>
                <a:ea typeface="Space Grotesk"/>
                <a:cs typeface="Space Grotesk"/>
                <a:sym typeface="Space Grotesk"/>
              </a:rPr>
            </a:br>
            <a:r>
              <a:rPr lang="en-US" sz="2800" dirty="0">
                <a:solidFill>
                  <a:schemeClr val="bg1"/>
                </a:solidFill>
                <a:latin typeface="+mj-lt"/>
                <a:ea typeface="Space Grotesk"/>
                <a:cs typeface="Space Grotesk"/>
                <a:sym typeface="Space Grotesk"/>
              </a:rPr>
              <a:t>     </a:t>
            </a:r>
            <a:r>
              <a:rPr lang="en-US" sz="2000" dirty="0">
                <a:solidFill>
                  <a:schemeClr val="bg1"/>
                </a:solidFill>
                <a:latin typeface="+mj-lt"/>
                <a:hlinkClick r:id="rId2">
                  <a:extLst>
                    <a:ext uri="{A12FA001-AC4F-418D-AE19-62706E023703}">
                      <ahyp:hlinkClr xmlns:ahyp="http://schemas.microsoft.com/office/drawing/2018/hyperlinkcolor" val="tx"/>
                    </a:ext>
                  </a:extLst>
                </a:hlinkClick>
              </a:rPr>
              <a:t>Real-time Operating Grid - U.S. Energy Information Administration (EIA)</a:t>
            </a:r>
            <a:endParaRPr lang="en-US" sz="2000" dirty="0">
              <a:solidFill>
                <a:schemeClr val="bg1"/>
              </a:solidFill>
              <a:latin typeface="+mj-lt"/>
            </a:endParaRPr>
          </a:p>
          <a:p>
            <a:pPr marL="457200" indent="-457200">
              <a:buFont typeface="Arial" panose="020B0604020202020204" pitchFamily="34" charset="0"/>
              <a:buChar char="•"/>
            </a:pPr>
            <a:r>
              <a:rPr lang="en-US" sz="2800" dirty="0">
                <a:solidFill>
                  <a:schemeClr val="bg1"/>
                </a:solidFill>
                <a:latin typeface="+mj-lt"/>
                <a:ea typeface="Space Grotesk"/>
                <a:cs typeface="Space Grotesk"/>
                <a:sym typeface="Space Grotesk"/>
              </a:rPr>
              <a:t>Meteorological observations were obtained from the Florida State University (FSU) Climate Center, which captures daily weather information from numerous stations across Florida. </a:t>
            </a:r>
          </a:p>
          <a:p>
            <a:r>
              <a:rPr lang="en-US" sz="2800" dirty="0">
                <a:solidFill>
                  <a:schemeClr val="bg1"/>
                </a:solidFill>
                <a:latin typeface="+mj-lt"/>
                <a:ea typeface="Space Grotesk"/>
                <a:cs typeface="Space Grotesk"/>
                <a:sym typeface="Space Grotesk"/>
              </a:rPr>
              <a:t>      Link:</a:t>
            </a:r>
            <a:br>
              <a:rPr lang="en-US" sz="2800" dirty="0">
                <a:solidFill>
                  <a:schemeClr val="bg1"/>
                </a:solidFill>
                <a:latin typeface="Aptos (Body)"/>
                <a:ea typeface="Space Grotesk"/>
                <a:cs typeface="Space Grotesk"/>
                <a:sym typeface="Space Grotesk"/>
              </a:rPr>
            </a:br>
            <a:r>
              <a:rPr lang="en-US" sz="2800" dirty="0">
                <a:solidFill>
                  <a:schemeClr val="bg1"/>
                </a:solidFill>
                <a:latin typeface="Aptos (Body)"/>
                <a:ea typeface="Space Grotesk"/>
                <a:cs typeface="Space Grotesk"/>
                <a:sym typeface="Space Grotesk"/>
              </a:rPr>
              <a:t>      </a:t>
            </a:r>
            <a:r>
              <a:rPr lang="en-US" sz="2000" dirty="0">
                <a:solidFill>
                  <a:schemeClr val="bg1"/>
                </a:solidFill>
                <a:hlinkClick r:id="rId3">
                  <a:extLst>
                    <a:ext uri="{A12FA001-AC4F-418D-AE19-62706E023703}">
                      <ahyp:hlinkClr xmlns:ahyp="http://schemas.microsoft.com/office/drawing/2018/hyperlinkcolor" val="tx"/>
                    </a:ext>
                  </a:extLst>
                </a:hlinkClick>
              </a:rPr>
              <a:t>Downloadable Data - Florida Climate Center</a:t>
            </a:r>
            <a:endParaRPr lang="en-US" sz="2800" dirty="0">
              <a:solidFill>
                <a:schemeClr val="bg1"/>
              </a:solidFill>
              <a:latin typeface="Aptos (Body)"/>
              <a:ea typeface="Space Grotesk"/>
              <a:cs typeface="Space Grotesk"/>
              <a:sym typeface="Space Grotesk"/>
            </a:endParaRPr>
          </a:p>
          <a:p>
            <a:endParaRPr lang="en-US" dirty="0">
              <a:solidFill>
                <a:schemeClr val="bg1"/>
              </a:solidFill>
            </a:endParaRPr>
          </a:p>
        </p:txBody>
      </p:sp>
    </p:spTree>
    <p:extLst>
      <p:ext uri="{BB962C8B-B14F-4D97-AF65-F5344CB8AC3E}">
        <p14:creationId xmlns:p14="http://schemas.microsoft.com/office/powerpoint/2010/main" val="2053899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3A5455-EF9B-4EA9-B226-7B800CC483AB}"/>
              </a:ext>
            </a:extLst>
          </p:cNvPr>
          <p:cNvSpPr>
            <a:spLocks noGrp="1"/>
          </p:cNvSpPr>
          <p:nvPr>
            <p:ph type="body" sz="quarter" idx="10"/>
          </p:nvPr>
        </p:nvSpPr>
        <p:spPr/>
        <p:txBody>
          <a:bodyPr>
            <a:normAutofit lnSpcReduction="10000"/>
          </a:bodyPr>
          <a:lstStyle/>
          <a:p>
            <a:pPr algn="ctr"/>
            <a:r>
              <a:rPr lang="en-US" sz="6600" dirty="0"/>
              <a:t>Questions?</a:t>
            </a:r>
          </a:p>
        </p:txBody>
      </p:sp>
    </p:spTree>
    <p:extLst>
      <p:ext uri="{BB962C8B-B14F-4D97-AF65-F5344CB8AC3E}">
        <p14:creationId xmlns:p14="http://schemas.microsoft.com/office/powerpoint/2010/main" val="147715705"/>
      </p:ext>
    </p:extLst>
  </p:cSld>
  <p:clrMapOvr>
    <a:masterClrMapping/>
  </p:clrMapOvr>
</p:sld>
</file>

<file path=ppt/theme/theme1.xml><?xml version="1.0" encoding="utf-8"?>
<a:theme xmlns:a="http://schemas.openxmlformats.org/drawingml/2006/main" name="Broward College_BC 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oward College_purp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roward College_Gre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TotalTime>
  <Words>2203</Words>
  <Application>Microsoft Office PowerPoint</Application>
  <PresentationFormat>Widescreen</PresentationFormat>
  <Paragraphs>198</Paragraphs>
  <Slides>29</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29</vt:i4>
      </vt:variant>
    </vt:vector>
  </HeadingPairs>
  <TitlesOfParts>
    <vt:vector size="42" baseType="lpstr">
      <vt:lpstr>Aptos</vt:lpstr>
      <vt:lpstr>Aptos (Body)</vt:lpstr>
      <vt:lpstr>Aptos Narrow</vt:lpstr>
      <vt:lpstr>Arial</vt:lpstr>
      <vt:lpstr>Encode Sans Normal Black</vt:lpstr>
      <vt:lpstr>Lucida Grande</vt:lpstr>
      <vt:lpstr>Source Sans Pro</vt:lpstr>
      <vt:lpstr>Source Sans Pro Black</vt:lpstr>
      <vt:lpstr>Source Sans Pro Light</vt:lpstr>
      <vt:lpstr>Broward College_BC Blue</vt:lpstr>
      <vt:lpstr>Broward College_purple</vt:lpstr>
      <vt:lpstr>1_Broward College_Grey</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Yeshua Machado</dc:creator>
  <cp:lastModifiedBy>Lilian Muniz Alvarez</cp:lastModifiedBy>
  <cp:revision>36</cp:revision>
  <dcterms:created xsi:type="dcterms:W3CDTF">2020-06-24T12:53:31Z</dcterms:created>
  <dcterms:modified xsi:type="dcterms:W3CDTF">2025-04-29T18:34:15Z</dcterms:modified>
</cp:coreProperties>
</file>